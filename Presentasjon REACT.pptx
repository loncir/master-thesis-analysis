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62" r:id="rId3"/>
    <p:sldId id="293" r:id="rId4"/>
    <p:sldId id="272" r:id="rId5"/>
    <p:sldId id="292" r:id="rId6"/>
    <p:sldId id="268" r:id="rId7"/>
    <p:sldId id="269" r:id="rId8"/>
    <p:sldId id="270" r:id="rId9"/>
    <p:sldId id="295" r:id="rId10"/>
    <p:sldId id="282" r:id="rId11"/>
    <p:sldId id="294" r:id="rId12"/>
    <p:sldId id="291" r:id="rId13"/>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5CFB6"/>
    <a:srgbClr val="EAEBDE"/>
    <a:srgbClr val="C4C3AB"/>
    <a:srgbClr val="BFE9F5"/>
    <a:srgbClr val="96D6EA"/>
    <a:srgbClr val="709E7F"/>
    <a:srgbClr val="434F40"/>
    <a:srgbClr val="97967F"/>
    <a:srgbClr val="DCE9D7"/>
    <a:srgbClr val="E9F5E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19" autoAdjust="0"/>
    <p:restoredTop sz="94624"/>
  </p:normalViewPr>
  <p:slideViewPr>
    <p:cSldViewPr snapToGrid="0">
      <p:cViewPr varScale="1">
        <p:scale>
          <a:sx n="122" d="100"/>
          <a:sy n="122" d="100"/>
        </p:scale>
        <p:origin x="600"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7F08EA-C92C-48C4-AC1F-C9C363494F07}" type="datetimeFigureOut">
              <a:rPr lang="nb-NO" smtClean="0"/>
              <a:t>16.10.2025</a:t>
            </a:fld>
            <a:endParaRPr lang="nb-NO"/>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D234F8-0595-468D-907A-59CBD3118D52}" type="slidenum">
              <a:rPr lang="nb-NO" smtClean="0"/>
              <a:t>‹#›</a:t>
            </a:fld>
            <a:endParaRPr lang="nb-NO"/>
          </a:p>
        </p:txBody>
      </p:sp>
    </p:spTree>
    <p:extLst>
      <p:ext uri="{BB962C8B-B14F-4D97-AF65-F5344CB8AC3E}">
        <p14:creationId xmlns:p14="http://schemas.microsoft.com/office/powerpoint/2010/main" val="3982328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a:t>Randomisert kontrollert studie (RCT) </a:t>
            </a:r>
          </a:p>
        </p:txBody>
      </p:sp>
      <p:sp>
        <p:nvSpPr>
          <p:cNvPr id="4" name="Plassholder for lysbildenummer 3"/>
          <p:cNvSpPr>
            <a:spLocks noGrp="1"/>
          </p:cNvSpPr>
          <p:nvPr>
            <p:ph type="sldNum" sz="quarter" idx="5"/>
          </p:nvPr>
        </p:nvSpPr>
        <p:spPr/>
        <p:txBody>
          <a:bodyPr/>
          <a:lstStyle/>
          <a:p>
            <a:fld id="{A0D234F8-0595-468D-907A-59CBD3118D52}" type="slidenum">
              <a:rPr lang="nb-NO" smtClean="0"/>
              <a:t>1</a:t>
            </a:fld>
            <a:endParaRPr lang="nb-NO"/>
          </a:p>
        </p:txBody>
      </p:sp>
    </p:spTree>
    <p:extLst>
      <p:ext uri="{BB962C8B-B14F-4D97-AF65-F5344CB8AC3E}">
        <p14:creationId xmlns:p14="http://schemas.microsoft.com/office/powerpoint/2010/main" val="1035178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err="1"/>
              <a:t>Adherence</a:t>
            </a:r>
            <a:r>
              <a:rPr lang="nb-NO" dirty="0"/>
              <a:t> = etterlevelse </a:t>
            </a:r>
          </a:p>
          <a:p>
            <a:r>
              <a:rPr lang="nb-NO" dirty="0" err="1"/>
              <a:t>Primary</a:t>
            </a:r>
            <a:r>
              <a:rPr lang="nb-NO" dirty="0"/>
              <a:t> </a:t>
            </a:r>
            <a:r>
              <a:rPr lang="nb-NO" dirty="0" err="1"/>
              <a:t>aim</a:t>
            </a:r>
            <a:r>
              <a:rPr lang="nb-NO" dirty="0"/>
              <a:t> = </a:t>
            </a:r>
            <a:r>
              <a:rPr lang="nb-NO" dirty="0" err="1"/>
              <a:t>hovudmål</a:t>
            </a:r>
            <a:r>
              <a:rPr lang="nb-NO" dirty="0"/>
              <a:t> </a:t>
            </a:r>
          </a:p>
        </p:txBody>
      </p:sp>
      <p:sp>
        <p:nvSpPr>
          <p:cNvPr id="4" name="Plassholder for lysbildenummer 3"/>
          <p:cNvSpPr>
            <a:spLocks noGrp="1"/>
          </p:cNvSpPr>
          <p:nvPr>
            <p:ph type="sldNum" sz="quarter" idx="5"/>
          </p:nvPr>
        </p:nvSpPr>
        <p:spPr/>
        <p:txBody>
          <a:bodyPr/>
          <a:lstStyle/>
          <a:p>
            <a:fld id="{A0D234F8-0595-468D-907A-59CBD3118D52}" type="slidenum">
              <a:rPr lang="nb-NO" smtClean="0"/>
              <a:t>2</a:t>
            </a:fld>
            <a:endParaRPr lang="nb-NO"/>
          </a:p>
        </p:txBody>
      </p:sp>
    </p:spTree>
    <p:extLst>
      <p:ext uri="{BB962C8B-B14F-4D97-AF65-F5344CB8AC3E}">
        <p14:creationId xmlns:p14="http://schemas.microsoft.com/office/powerpoint/2010/main" val="3205828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b-NO" sz="1200" dirty="0">
                <a:effectLst/>
                <a:latin typeface="Times New Roman" panose="02020603050405020304" pitchFamily="18" charset="0"/>
                <a:ea typeface="Calibri" panose="020F0502020204030204" pitchFamily="34" charset="0"/>
              </a:rPr>
              <a:t>Rekruttering, lokalsykehus, sosiale medier. Medical </a:t>
            </a:r>
            <a:r>
              <a:rPr lang="nb-NO" sz="1200" dirty="0" err="1">
                <a:effectLst/>
                <a:latin typeface="Times New Roman" panose="02020603050405020304" pitchFamily="18" charset="0"/>
                <a:ea typeface="Calibri" panose="020F0502020204030204" pitchFamily="34" charset="0"/>
              </a:rPr>
              <a:t>doctors</a:t>
            </a:r>
            <a:r>
              <a:rPr lang="nb-NO" sz="1200" dirty="0">
                <a:effectLst/>
                <a:latin typeface="Times New Roman" panose="02020603050405020304" pitchFamily="18" charset="0"/>
                <a:ea typeface="Calibri" panose="020F0502020204030204" pitchFamily="34" charset="0"/>
              </a:rPr>
              <a:t> at </a:t>
            </a:r>
            <a:r>
              <a:rPr lang="nb-NO" sz="1200" dirty="0" err="1">
                <a:effectLst/>
                <a:latin typeface="Times New Roman" panose="02020603050405020304" pitchFamily="18" charset="0"/>
                <a:ea typeface="Calibri" panose="020F0502020204030204" pitchFamily="34" charset="0"/>
              </a:rPr>
              <a:t>the</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department</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of</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oncology</a:t>
            </a:r>
            <a:r>
              <a:rPr lang="nb-NO" sz="1200" dirty="0">
                <a:effectLst/>
                <a:latin typeface="Times New Roman" panose="02020603050405020304" pitchFamily="18" charset="0"/>
                <a:ea typeface="Calibri" panose="020F0502020204030204" pitchFamily="34" charset="0"/>
              </a:rPr>
              <a:t> in Innlandet Hospital Trust (SI/</a:t>
            </a:r>
            <a:r>
              <a:rPr lang="nb-NO" sz="1200" dirty="0" err="1">
                <a:effectLst/>
                <a:latin typeface="Times New Roman" panose="02020603050405020304" pitchFamily="18" charset="0"/>
                <a:ea typeface="Calibri" panose="020F0502020204030204" pitchFamily="34" charset="0"/>
              </a:rPr>
              <a:t>primary</a:t>
            </a:r>
            <a:r>
              <a:rPr lang="nb-NO" sz="1200" dirty="0">
                <a:effectLst/>
                <a:latin typeface="Times New Roman" panose="02020603050405020304" pitchFamily="18" charset="0"/>
                <a:ea typeface="Calibri" panose="020F0502020204030204" pitchFamily="34" charset="0"/>
              </a:rPr>
              <a:t> Gjøvik) </a:t>
            </a:r>
            <a:r>
              <a:rPr lang="nb-NO" sz="1200" dirty="0" err="1">
                <a:effectLst/>
                <a:latin typeface="Times New Roman" panose="02020603050405020304" pitchFamily="18" charset="0"/>
                <a:ea typeface="Calibri" panose="020F0502020204030204" pitchFamily="34" charset="0"/>
              </a:rPr>
              <a:t>will</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recruit</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candidates</a:t>
            </a:r>
            <a:r>
              <a:rPr lang="nb-NO" sz="1200" dirty="0">
                <a:effectLst/>
                <a:latin typeface="Times New Roman" panose="02020603050405020304" pitchFamily="18" charset="0"/>
                <a:ea typeface="Calibri" panose="020F0502020204030204" pitchFamily="34" charset="0"/>
              </a:rPr>
              <a:t> for </a:t>
            </a:r>
            <a:r>
              <a:rPr lang="nb-NO" sz="1200" dirty="0" err="1">
                <a:effectLst/>
                <a:latin typeface="Times New Roman" panose="02020603050405020304" pitchFamily="18" charset="0"/>
                <a:ea typeface="Calibri" panose="020F0502020204030204" pitchFamily="34" charset="0"/>
              </a:rPr>
              <a:t>the</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study</a:t>
            </a:r>
            <a:r>
              <a:rPr lang="nb-NO" sz="1200" dirty="0">
                <a:effectLst/>
                <a:latin typeface="Times New Roman" panose="02020603050405020304" pitchFamily="18" charset="0"/>
                <a:ea typeface="Calibri" panose="020F0502020204030204" pitchFamily="34" charset="0"/>
              </a:rPr>
              <a:t> under </a:t>
            </a:r>
            <a:r>
              <a:rPr lang="nb-NO" sz="1200" dirty="0" err="1">
                <a:effectLst/>
                <a:latin typeface="Times New Roman" panose="02020603050405020304" pitchFamily="18" charset="0"/>
                <a:ea typeface="Calibri" panose="020F0502020204030204" pitchFamily="34" charset="0"/>
              </a:rPr>
              <a:t>leadership</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of</a:t>
            </a:r>
            <a:r>
              <a:rPr lang="nb-NO" sz="1200" dirty="0">
                <a:effectLst/>
                <a:latin typeface="Times New Roman" panose="02020603050405020304" pitchFamily="18" charset="0"/>
                <a:ea typeface="Calibri" panose="020F0502020204030204" pitchFamily="34" charset="0"/>
              </a:rPr>
              <a:t> MD/professor Arne Kolstad </a:t>
            </a:r>
          </a:p>
          <a:p>
            <a:endParaRPr lang="nb-NO" dirty="0"/>
          </a:p>
        </p:txBody>
      </p:sp>
      <p:sp>
        <p:nvSpPr>
          <p:cNvPr id="4" name="Plassholder for lysbildenummer 3"/>
          <p:cNvSpPr>
            <a:spLocks noGrp="1"/>
          </p:cNvSpPr>
          <p:nvPr>
            <p:ph type="sldNum" sz="quarter" idx="5"/>
          </p:nvPr>
        </p:nvSpPr>
        <p:spPr/>
        <p:txBody>
          <a:bodyPr/>
          <a:lstStyle/>
          <a:p>
            <a:fld id="{674A15D0-1550-415A-9991-3D06005E73EA}" type="slidenum">
              <a:rPr lang="nb-NO" smtClean="0"/>
              <a:t>3</a:t>
            </a:fld>
            <a:endParaRPr lang="nb-NO"/>
          </a:p>
        </p:txBody>
      </p:sp>
    </p:spTree>
    <p:extLst>
      <p:ext uri="{BB962C8B-B14F-4D97-AF65-F5344CB8AC3E}">
        <p14:creationId xmlns:p14="http://schemas.microsoft.com/office/powerpoint/2010/main" val="1382314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a:t>Forventet levealder </a:t>
            </a:r>
          </a:p>
          <a:p>
            <a:r>
              <a:rPr lang="nb-NO" sz="1200" dirty="0">
                <a:effectLst/>
                <a:latin typeface="Times New Roman" panose="02020603050405020304" pitchFamily="18" charset="0"/>
                <a:ea typeface="Calibri" panose="020F0502020204030204" pitchFamily="34" charset="0"/>
              </a:rPr>
              <a:t>The </a:t>
            </a:r>
            <a:r>
              <a:rPr lang="nb-NO" sz="1200" dirty="0" err="1">
                <a:effectLst/>
                <a:latin typeface="Times New Roman" panose="02020603050405020304" pitchFamily="18" charset="0"/>
                <a:ea typeface="Calibri" panose="020F0502020204030204" pitchFamily="34" charset="0"/>
              </a:rPr>
              <a:t>project</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will</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include</a:t>
            </a:r>
            <a:r>
              <a:rPr lang="nb-NO" sz="1200" dirty="0">
                <a:effectLst/>
                <a:latin typeface="Times New Roman" panose="02020603050405020304" pitchFamily="18" charset="0"/>
                <a:ea typeface="Calibri" panose="020F0502020204030204" pitchFamily="34" charset="0"/>
              </a:rPr>
              <a:t> </a:t>
            </a:r>
            <a:r>
              <a:rPr lang="nb-NO" sz="1200" b="1" dirty="0">
                <a:effectLst/>
                <a:latin typeface="Times New Roman" panose="02020603050405020304" pitchFamily="18" charset="0"/>
                <a:ea typeface="Calibri" panose="020F0502020204030204" pitchFamily="34" charset="0"/>
              </a:rPr>
              <a:t>adult </a:t>
            </a:r>
            <a:r>
              <a:rPr lang="nb-NO" sz="1200" b="1" dirty="0" err="1">
                <a:effectLst/>
                <a:latin typeface="Times New Roman" panose="02020603050405020304" pitchFamily="18" charset="0"/>
                <a:ea typeface="Calibri" panose="020F0502020204030204" pitchFamily="34" charset="0"/>
              </a:rPr>
              <a:t>patients</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diagnosed</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with</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any</a:t>
            </a:r>
            <a:r>
              <a:rPr lang="nb-NO" sz="1200" b="1" dirty="0">
                <a:effectLst/>
                <a:latin typeface="Times New Roman" panose="02020603050405020304" pitchFamily="18" charset="0"/>
                <a:ea typeface="Calibri" panose="020F0502020204030204" pitchFamily="34" charset="0"/>
              </a:rPr>
              <a:t> type </a:t>
            </a:r>
            <a:r>
              <a:rPr lang="nb-NO" sz="1200" b="1" dirty="0" err="1">
                <a:effectLst/>
                <a:latin typeface="Times New Roman" panose="02020603050405020304" pitchFamily="18" charset="0"/>
                <a:ea typeface="Calibri" panose="020F0502020204030204" pitchFamily="34" charset="0"/>
              </a:rPr>
              <a:t>of</a:t>
            </a:r>
            <a:r>
              <a:rPr lang="nb-NO" sz="1200" b="1" dirty="0">
                <a:effectLst/>
                <a:latin typeface="Times New Roman" panose="02020603050405020304" pitchFamily="18" charset="0"/>
                <a:ea typeface="Calibri" panose="020F0502020204030204" pitchFamily="34" charset="0"/>
              </a:rPr>
              <a:t> cancer </a:t>
            </a:r>
            <a:r>
              <a:rPr lang="nb-NO" sz="1200" b="1" dirty="0" err="1">
                <a:effectLst/>
                <a:latin typeface="Times New Roman" panose="02020603050405020304" pitchFamily="18" charset="0"/>
                <a:ea typeface="Calibri" panose="020F0502020204030204" pitchFamily="34" charset="0"/>
              </a:rPr>
              <a:t>who</a:t>
            </a:r>
            <a:r>
              <a:rPr lang="nb-NO" sz="1200" b="1" dirty="0">
                <a:effectLst/>
                <a:latin typeface="Times New Roman" panose="02020603050405020304" pitchFamily="18" charset="0"/>
                <a:ea typeface="Calibri" panose="020F0502020204030204" pitchFamily="34" charset="0"/>
              </a:rPr>
              <a:t> </a:t>
            </a:r>
            <a:r>
              <a:rPr lang="nb-NO" sz="1200" b="1" dirty="0">
                <a:latin typeface="Times New Roman" panose="02020603050405020304" pitchFamily="18" charset="0"/>
                <a:ea typeface="Calibri" panose="020F0502020204030204" pitchFamily="34" charset="0"/>
              </a:rPr>
              <a:t>have</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completed</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treatment</a:t>
            </a:r>
            <a:r>
              <a:rPr lang="nb-NO" sz="1200" b="1" dirty="0">
                <a:effectLst/>
                <a:latin typeface="Times New Roman" panose="02020603050405020304" pitchFamily="18" charset="0"/>
                <a:ea typeface="Calibri" panose="020F0502020204030204" pitchFamily="34" charset="0"/>
              </a:rPr>
              <a:t> not more </a:t>
            </a:r>
            <a:r>
              <a:rPr lang="nb-NO" sz="1200" b="1" dirty="0" err="1">
                <a:effectLst/>
                <a:latin typeface="Times New Roman" panose="02020603050405020304" pitchFamily="18" charset="0"/>
                <a:ea typeface="Calibri" panose="020F0502020204030204" pitchFamily="34" charset="0"/>
              </a:rPr>
              <a:t>than</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five</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years</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earlier</a:t>
            </a:r>
            <a:endParaRPr lang="nb-NO" sz="1200" b="1" dirty="0">
              <a:effectLst/>
              <a:latin typeface="Times New Roman" panose="02020603050405020304" pitchFamily="18" charset="0"/>
              <a:ea typeface="Calibri" panose="020F0502020204030204" pitchFamily="34" charset="0"/>
            </a:endParaRPr>
          </a:p>
          <a:p>
            <a:r>
              <a:rPr lang="nb-NO" sz="1200" dirty="0" err="1">
                <a:effectLst/>
                <a:latin typeface="Times New Roman" panose="02020603050405020304" pitchFamily="18" charset="0"/>
                <a:ea typeface="Calibri" panose="020F0502020204030204" pitchFamily="34" charset="0"/>
              </a:rPr>
              <a:t>They</a:t>
            </a:r>
            <a:r>
              <a:rPr lang="nb-NO" sz="1200" dirty="0">
                <a:effectLst/>
                <a:latin typeface="Times New Roman" panose="02020603050405020304" pitchFamily="18" charset="0"/>
                <a:ea typeface="Calibri" panose="020F0502020204030204" pitchFamily="34" charset="0"/>
              </a:rPr>
              <a:t> must </a:t>
            </a:r>
            <a:r>
              <a:rPr lang="nb-NO" sz="1200" b="1" dirty="0">
                <a:effectLst/>
                <a:latin typeface="Times New Roman" panose="02020603050405020304" pitchFamily="18" charset="0"/>
                <a:ea typeface="Calibri" panose="020F0502020204030204" pitchFamily="34" charset="0"/>
              </a:rPr>
              <a:t>live </a:t>
            </a:r>
            <a:r>
              <a:rPr lang="nb-NO" sz="1200" b="1" dirty="0" err="1">
                <a:effectLst/>
                <a:latin typeface="Times New Roman" panose="02020603050405020304" pitchFamily="18" charset="0"/>
                <a:ea typeface="Calibri" panose="020F0502020204030204" pitchFamily="34" charset="0"/>
              </a:rPr>
              <a:t>close</a:t>
            </a:r>
            <a:r>
              <a:rPr lang="nb-NO" sz="1200" b="1" dirty="0">
                <a:effectLst/>
                <a:latin typeface="Times New Roman" panose="02020603050405020304" pitchFamily="18" charset="0"/>
                <a:ea typeface="Calibri" panose="020F0502020204030204" pitchFamily="34" charset="0"/>
              </a:rPr>
              <a:t> to Gjøvik or Lillehammer and be </a:t>
            </a:r>
            <a:r>
              <a:rPr lang="nb-NO" sz="1200" b="1" dirty="0" err="1">
                <a:effectLst/>
                <a:latin typeface="Times New Roman" panose="02020603050405020304" pitchFamily="18" charset="0"/>
                <a:ea typeface="Calibri" panose="020F0502020204030204" pitchFamily="34" charset="0"/>
              </a:rPr>
              <a:t>willing</a:t>
            </a:r>
            <a:r>
              <a:rPr lang="nb-NO" sz="1200" b="1" dirty="0">
                <a:effectLst/>
                <a:latin typeface="Times New Roman" panose="02020603050405020304" pitchFamily="18" charset="0"/>
                <a:ea typeface="Calibri" panose="020F0502020204030204" pitchFamily="34" charset="0"/>
              </a:rPr>
              <a:t> to travel to «Pusterommet» at Gjøvik hospital or «Aktivklinikken» at Lillehammer</a:t>
            </a:r>
          </a:p>
          <a:p>
            <a:endParaRPr lang="nb-NO" dirty="0"/>
          </a:p>
        </p:txBody>
      </p:sp>
      <p:sp>
        <p:nvSpPr>
          <p:cNvPr id="4" name="Plassholder for lysbildenummer 3"/>
          <p:cNvSpPr>
            <a:spLocks noGrp="1"/>
          </p:cNvSpPr>
          <p:nvPr>
            <p:ph type="sldNum" sz="quarter" idx="5"/>
          </p:nvPr>
        </p:nvSpPr>
        <p:spPr/>
        <p:txBody>
          <a:bodyPr/>
          <a:lstStyle/>
          <a:p>
            <a:fld id="{674A15D0-1550-415A-9991-3D06005E73EA}" type="slidenum">
              <a:rPr lang="nb-NO" smtClean="0"/>
              <a:t>4</a:t>
            </a:fld>
            <a:endParaRPr lang="nb-NO"/>
          </a:p>
        </p:txBody>
      </p:sp>
    </p:spTree>
    <p:extLst>
      <p:ext uri="{BB962C8B-B14F-4D97-AF65-F5344CB8AC3E}">
        <p14:creationId xmlns:p14="http://schemas.microsoft.com/office/powerpoint/2010/main" val="913952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a:t>Ingen kostnader tilknyttet dette, bortsett fra MR og ultralyd (avtale med revmatiske sykehuset gir lave kostnader). </a:t>
            </a:r>
          </a:p>
        </p:txBody>
      </p:sp>
      <p:sp>
        <p:nvSpPr>
          <p:cNvPr id="4" name="Plassholder for lysbildenummer 3"/>
          <p:cNvSpPr>
            <a:spLocks noGrp="1"/>
          </p:cNvSpPr>
          <p:nvPr>
            <p:ph type="sldNum" sz="quarter" idx="5"/>
          </p:nvPr>
        </p:nvSpPr>
        <p:spPr/>
        <p:txBody>
          <a:bodyPr/>
          <a:lstStyle/>
          <a:p>
            <a:fld id="{674A15D0-1550-415A-9991-3D06005E73EA}" type="slidenum">
              <a:rPr lang="nb-NO" smtClean="0"/>
              <a:t>6</a:t>
            </a:fld>
            <a:endParaRPr lang="nb-NO"/>
          </a:p>
        </p:txBody>
      </p:sp>
    </p:spTree>
    <p:extLst>
      <p:ext uri="{BB962C8B-B14F-4D97-AF65-F5344CB8AC3E}">
        <p14:creationId xmlns:p14="http://schemas.microsoft.com/office/powerpoint/2010/main" val="1274747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a:t>Ingen kostnader </a:t>
            </a:r>
          </a:p>
        </p:txBody>
      </p:sp>
      <p:sp>
        <p:nvSpPr>
          <p:cNvPr id="4" name="Plassholder for lysbildenummer 3"/>
          <p:cNvSpPr>
            <a:spLocks noGrp="1"/>
          </p:cNvSpPr>
          <p:nvPr>
            <p:ph type="sldNum" sz="quarter" idx="5"/>
          </p:nvPr>
        </p:nvSpPr>
        <p:spPr/>
        <p:txBody>
          <a:bodyPr/>
          <a:lstStyle/>
          <a:p>
            <a:fld id="{674A15D0-1550-415A-9991-3D06005E73EA}" type="slidenum">
              <a:rPr lang="nb-NO" smtClean="0"/>
              <a:t>7</a:t>
            </a:fld>
            <a:endParaRPr lang="nb-NO"/>
          </a:p>
        </p:txBody>
      </p:sp>
    </p:spTree>
    <p:extLst>
      <p:ext uri="{BB962C8B-B14F-4D97-AF65-F5344CB8AC3E}">
        <p14:creationId xmlns:p14="http://schemas.microsoft.com/office/powerpoint/2010/main" val="3778013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a:t>Det er her de største kostnadene ligger, </a:t>
            </a:r>
            <a:r>
              <a:rPr lang="nb-NO" dirty="0" err="1"/>
              <a:t>mtp</a:t>
            </a:r>
            <a:r>
              <a:rPr lang="nb-NO" dirty="0"/>
              <a:t> analyser.  DEXA gratis da utstyret fins på HINN </a:t>
            </a:r>
            <a:r>
              <a:rPr lang="nb-NO" dirty="0" err="1"/>
              <a:t>Lillhammer</a:t>
            </a:r>
            <a:r>
              <a:rPr lang="nb-NO" dirty="0"/>
              <a:t>. </a:t>
            </a:r>
          </a:p>
        </p:txBody>
      </p:sp>
      <p:sp>
        <p:nvSpPr>
          <p:cNvPr id="4" name="Plassholder for lysbildenummer 3"/>
          <p:cNvSpPr>
            <a:spLocks noGrp="1"/>
          </p:cNvSpPr>
          <p:nvPr>
            <p:ph type="sldNum" sz="quarter" idx="5"/>
          </p:nvPr>
        </p:nvSpPr>
        <p:spPr/>
        <p:txBody>
          <a:bodyPr/>
          <a:lstStyle/>
          <a:p>
            <a:fld id="{674A15D0-1550-415A-9991-3D06005E73EA}" type="slidenum">
              <a:rPr lang="nb-NO" smtClean="0"/>
              <a:t>8</a:t>
            </a:fld>
            <a:endParaRPr lang="nb-NO"/>
          </a:p>
        </p:txBody>
      </p:sp>
    </p:spTree>
    <p:extLst>
      <p:ext uri="{BB962C8B-B14F-4D97-AF65-F5344CB8AC3E}">
        <p14:creationId xmlns:p14="http://schemas.microsoft.com/office/powerpoint/2010/main" val="2300229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dirty="0"/>
          </a:p>
        </p:txBody>
      </p:sp>
      <p:sp>
        <p:nvSpPr>
          <p:cNvPr id="4" name="Plassholder for lysbildenummer 3"/>
          <p:cNvSpPr>
            <a:spLocks noGrp="1"/>
          </p:cNvSpPr>
          <p:nvPr>
            <p:ph type="sldNum" sz="quarter" idx="5"/>
          </p:nvPr>
        </p:nvSpPr>
        <p:spPr/>
        <p:txBody>
          <a:bodyPr/>
          <a:lstStyle/>
          <a:p>
            <a:fld id="{674A15D0-1550-415A-9991-3D06005E73EA}" type="slidenum">
              <a:rPr lang="nb-NO" smtClean="0"/>
              <a:t>10</a:t>
            </a:fld>
            <a:endParaRPr lang="nb-NO"/>
          </a:p>
        </p:txBody>
      </p:sp>
    </p:spTree>
    <p:extLst>
      <p:ext uri="{BB962C8B-B14F-4D97-AF65-F5344CB8AC3E}">
        <p14:creationId xmlns:p14="http://schemas.microsoft.com/office/powerpoint/2010/main" val="4260258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err="1"/>
              <a:t>Evt</a:t>
            </a:r>
            <a:r>
              <a:rPr lang="nb-NO" dirty="0"/>
              <a:t> nevne at det er ønskelig med en gruppe som ikke inngår i randomiseringen, men som tildeles digital trening (lengre avstand fra Lillehammer og/eller Gjøvik) = eget prosjekt i prosjektet. </a:t>
            </a:r>
          </a:p>
          <a:p>
            <a:endParaRPr lang="nb-NO" dirty="0"/>
          </a:p>
          <a:p>
            <a:r>
              <a:rPr lang="nb-NO" dirty="0"/>
              <a:t>Ang de digitale øktene; to vil (forhåpentligvis) foregå «live», mens </a:t>
            </a:r>
            <a:r>
              <a:rPr lang="nb-NO" dirty="0" err="1"/>
              <a:t>èn</a:t>
            </a:r>
            <a:r>
              <a:rPr lang="nb-NO" dirty="0"/>
              <a:t> vil være forhåndsinnspilt. </a:t>
            </a:r>
          </a:p>
        </p:txBody>
      </p:sp>
      <p:sp>
        <p:nvSpPr>
          <p:cNvPr id="4" name="Plassholder for lysbildenummer 3"/>
          <p:cNvSpPr>
            <a:spLocks noGrp="1"/>
          </p:cNvSpPr>
          <p:nvPr>
            <p:ph type="sldNum" sz="quarter" idx="5"/>
          </p:nvPr>
        </p:nvSpPr>
        <p:spPr/>
        <p:txBody>
          <a:bodyPr/>
          <a:lstStyle/>
          <a:p>
            <a:fld id="{674A15D0-1550-415A-9991-3D06005E73EA}" type="slidenum">
              <a:rPr lang="nb-NO" smtClean="0"/>
              <a:t>11</a:t>
            </a:fld>
            <a:endParaRPr lang="nb-NO"/>
          </a:p>
        </p:txBody>
      </p:sp>
    </p:spTree>
    <p:extLst>
      <p:ext uri="{BB962C8B-B14F-4D97-AF65-F5344CB8AC3E}">
        <p14:creationId xmlns:p14="http://schemas.microsoft.com/office/powerpoint/2010/main" val="38160895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Forside - Kun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6FD9E8D-F50A-5591-7ED5-11E84A93182E}"/>
              </a:ext>
            </a:extLst>
          </p:cNvPr>
          <p:cNvSpPr>
            <a:spLocks noGrp="1"/>
          </p:cNvSpPr>
          <p:nvPr>
            <p:ph type="ctrTitle"/>
          </p:nvPr>
        </p:nvSpPr>
        <p:spPr>
          <a:xfrm>
            <a:off x="1524000" y="1122363"/>
            <a:ext cx="9144000" cy="2387600"/>
          </a:xfrm>
        </p:spPr>
        <p:txBody>
          <a:bodyPr anchor="b"/>
          <a:lstStyle>
            <a:lvl1pPr algn="l">
              <a:defRPr sz="5400"/>
            </a:lvl1pPr>
          </a:lstStyle>
          <a:p>
            <a:r>
              <a:rPr lang="nb-NO"/>
              <a:t>Klikk for å redigere tittelstil</a:t>
            </a:r>
            <a:endParaRPr lang="nb-NO" dirty="0"/>
          </a:p>
        </p:txBody>
      </p:sp>
      <p:sp>
        <p:nvSpPr>
          <p:cNvPr id="3" name="Undertittel 2">
            <a:extLst>
              <a:ext uri="{FF2B5EF4-FFF2-40B4-BE49-F238E27FC236}">
                <a16:creationId xmlns:a16="http://schemas.microsoft.com/office/drawing/2014/main" id="{3C5356D5-B9A6-2657-A89D-EA4E6D930AA7}"/>
              </a:ext>
            </a:extLst>
          </p:cNvPr>
          <p:cNvSpPr>
            <a:spLocks noGrp="1"/>
          </p:cNvSpPr>
          <p:nvPr>
            <p:ph type="subTitle" idx="1"/>
          </p:nvPr>
        </p:nvSpPr>
        <p:spPr>
          <a:xfrm>
            <a:off x="1524000" y="3602038"/>
            <a:ext cx="9144000" cy="1655762"/>
          </a:xfrm>
        </p:spPr>
        <p:txBody>
          <a:bodyPr/>
          <a:lstStyle>
            <a:lvl1pPr marL="0" indent="0" algn="l">
              <a:buNone/>
              <a:defRPr sz="2600">
                <a:latin typeface="Aptos Light"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endParaRPr lang="nb-NO" dirty="0"/>
          </a:p>
        </p:txBody>
      </p:sp>
      <p:sp>
        <p:nvSpPr>
          <p:cNvPr id="7" name="Rektangel 6">
            <a:extLst>
              <a:ext uri="{FF2B5EF4-FFF2-40B4-BE49-F238E27FC236}">
                <a16:creationId xmlns:a16="http://schemas.microsoft.com/office/drawing/2014/main" id="{53982D40-8476-A2ED-0EE2-424E5A991DED}"/>
              </a:ext>
            </a:extLst>
          </p:cNvPr>
          <p:cNvSpPr/>
          <p:nvPr userDrawn="1"/>
        </p:nvSpPr>
        <p:spPr>
          <a:xfrm rot="16200000">
            <a:off x="-2857500" y="2857500"/>
            <a:ext cx="6858000" cy="1143000"/>
          </a:xfrm>
          <a:prstGeom prst="rect">
            <a:avLst/>
          </a:prstGeom>
          <a:solidFill>
            <a:srgbClr val="E9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9" name="Rett linje 8">
            <a:extLst>
              <a:ext uri="{FF2B5EF4-FFF2-40B4-BE49-F238E27FC236}">
                <a16:creationId xmlns:a16="http://schemas.microsoft.com/office/drawing/2014/main" id="{CD69A5A5-9D9C-72F4-7CED-F150CA6BAFDB}"/>
              </a:ext>
            </a:extLst>
          </p:cNvPr>
          <p:cNvCxnSpPr>
            <a:cxnSpLocks/>
          </p:cNvCxnSpPr>
          <p:nvPr userDrawn="1"/>
        </p:nvCxnSpPr>
        <p:spPr>
          <a:xfrm>
            <a:off x="0" y="5715000"/>
            <a:ext cx="5715000"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pic>
        <p:nvPicPr>
          <p:cNvPr id="12" name="Grafikk 11">
            <a:extLst>
              <a:ext uri="{FF2B5EF4-FFF2-40B4-BE49-F238E27FC236}">
                <a16:creationId xmlns:a16="http://schemas.microsoft.com/office/drawing/2014/main" id="{62B2DD94-5B55-14DC-707D-62C9D8A61FA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73944" y="5995224"/>
            <a:ext cx="2541025" cy="521236"/>
          </a:xfrm>
          <a:prstGeom prst="rect">
            <a:avLst/>
          </a:prstGeom>
        </p:spPr>
      </p:pic>
      <p:sp>
        <p:nvSpPr>
          <p:cNvPr id="20" name="Rektangel 19">
            <a:extLst>
              <a:ext uri="{FF2B5EF4-FFF2-40B4-BE49-F238E27FC236}">
                <a16:creationId xmlns:a16="http://schemas.microsoft.com/office/drawing/2014/main" id="{29112088-605F-9318-5880-1D66B9422BE7}"/>
              </a:ext>
            </a:extLst>
          </p:cNvPr>
          <p:cNvSpPr/>
          <p:nvPr userDrawn="1"/>
        </p:nvSpPr>
        <p:spPr>
          <a:xfrm rot="16200000">
            <a:off x="-1143003" y="1143000"/>
            <a:ext cx="3429002" cy="1143000"/>
          </a:xfrm>
          <a:prstGeom prst="rect">
            <a:avLst/>
          </a:prstGeom>
          <a:solidFill>
            <a:srgbClr val="DCE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3012127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flettemønster">
    <p:spTree>
      <p:nvGrpSpPr>
        <p:cNvPr id="1" name=""/>
        <p:cNvGrpSpPr/>
        <p:nvPr/>
      </p:nvGrpSpPr>
      <p:grpSpPr>
        <a:xfrm>
          <a:off x="0" y="0"/>
          <a:ext cx="0" cy="0"/>
          <a:chOff x="0" y="0"/>
          <a:chExt cx="0" cy="0"/>
        </a:xfrm>
      </p:grpSpPr>
      <p:pic>
        <p:nvPicPr>
          <p:cNvPr id="6" name="Bilde 5">
            <a:extLst>
              <a:ext uri="{FF2B5EF4-FFF2-40B4-BE49-F238E27FC236}">
                <a16:creationId xmlns:a16="http://schemas.microsoft.com/office/drawing/2014/main" id="{AA1E3F45-1114-E17E-6173-BBC835198C34}"/>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2" name="Tittel 1">
            <a:extLst>
              <a:ext uri="{FF2B5EF4-FFF2-40B4-BE49-F238E27FC236}">
                <a16:creationId xmlns:a16="http://schemas.microsoft.com/office/drawing/2014/main" id="{43A387BB-DAAE-D09A-EF2D-D4CB755433FF}"/>
              </a:ext>
            </a:extLst>
          </p:cNvPr>
          <p:cNvSpPr>
            <a:spLocks noGrp="1"/>
          </p:cNvSpPr>
          <p:nvPr>
            <p:ph type="title"/>
          </p:nvPr>
        </p:nvSpPr>
        <p:spPr>
          <a:xfrm>
            <a:off x="1143663" y="892280"/>
            <a:ext cx="7056439" cy="2315494"/>
          </a:xfrm>
        </p:spPr>
        <p:txBody>
          <a:bodyPr anchor="b">
            <a:noAutofit/>
          </a:bodyPr>
          <a:lstStyle>
            <a:lvl1pPr>
              <a:defRPr sz="5400"/>
            </a:lvl1pPr>
          </a:lstStyle>
          <a:p>
            <a:r>
              <a:rPr lang="nb-NO"/>
              <a:t>Klikk for å redigere tittelstil</a:t>
            </a:r>
            <a:endParaRPr lang="nb-NO" dirty="0"/>
          </a:p>
        </p:txBody>
      </p:sp>
      <p:sp>
        <p:nvSpPr>
          <p:cNvPr id="4" name="Plassholder for tekst 3">
            <a:extLst>
              <a:ext uri="{FF2B5EF4-FFF2-40B4-BE49-F238E27FC236}">
                <a16:creationId xmlns:a16="http://schemas.microsoft.com/office/drawing/2014/main" id="{EBA889E5-8488-226B-A7AE-9BD229785903}"/>
              </a:ext>
            </a:extLst>
          </p:cNvPr>
          <p:cNvSpPr>
            <a:spLocks noGrp="1"/>
          </p:cNvSpPr>
          <p:nvPr>
            <p:ph type="body" sz="half" idx="2"/>
          </p:nvPr>
        </p:nvSpPr>
        <p:spPr>
          <a:xfrm>
            <a:off x="1143664" y="3406876"/>
            <a:ext cx="4952336" cy="1238866"/>
          </a:xfrm>
        </p:spPr>
        <p:txBody>
          <a:bodyPr>
            <a:noAutofit/>
          </a:bodyPr>
          <a:lstStyle>
            <a:lvl1pPr marL="0" indent="0">
              <a:buNone/>
              <a:defRPr sz="2600">
                <a:latin typeface="Aptos Light"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pic>
        <p:nvPicPr>
          <p:cNvPr id="14" name="Grafikk 13">
            <a:extLst>
              <a:ext uri="{FF2B5EF4-FFF2-40B4-BE49-F238E27FC236}">
                <a16:creationId xmlns:a16="http://schemas.microsoft.com/office/drawing/2014/main" id="{667A0B4F-859D-C705-6E37-F30F46C63A7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08896" y="5970577"/>
            <a:ext cx="2541025" cy="521236"/>
          </a:xfrm>
          <a:prstGeom prst="rect">
            <a:avLst/>
          </a:prstGeom>
        </p:spPr>
      </p:pic>
      <p:cxnSp>
        <p:nvCxnSpPr>
          <p:cNvPr id="3" name="Rett linje 2">
            <a:extLst>
              <a:ext uri="{FF2B5EF4-FFF2-40B4-BE49-F238E27FC236}">
                <a16:creationId xmlns:a16="http://schemas.microsoft.com/office/drawing/2014/main" id="{839ED465-917F-5069-CFF7-26BBC717165F}"/>
              </a:ext>
            </a:extLst>
          </p:cNvPr>
          <p:cNvCxnSpPr>
            <a:cxnSpLocks/>
          </p:cNvCxnSpPr>
          <p:nvPr userDrawn="1"/>
        </p:nvCxnSpPr>
        <p:spPr>
          <a:xfrm>
            <a:off x="1155775" y="5715000"/>
            <a:ext cx="2889386"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801371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rside med fast bilde og flettemønster">
    <p:spTree>
      <p:nvGrpSpPr>
        <p:cNvPr id="1" name=""/>
        <p:cNvGrpSpPr/>
        <p:nvPr/>
      </p:nvGrpSpPr>
      <p:grpSpPr>
        <a:xfrm>
          <a:off x="0" y="0"/>
          <a:ext cx="0" cy="0"/>
          <a:chOff x="0" y="0"/>
          <a:chExt cx="0" cy="0"/>
        </a:xfrm>
      </p:grpSpPr>
      <p:pic>
        <p:nvPicPr>
          <p:cNvPr id="10" name="Bilde 9" descr="Et bilde som inneholder klær, person, jeans, smil&#10;&#10;Automatisk generert beskrivelse">
            <a:extLst>
              <a:ext uri="{FF2B5EF4-FFF2-40B4-BE49-F238E27FC236}">
                <a16:creationId xmlns:a16="http://schemas.microsoft.com/office/drawing/2014/main" id="{2594EEF0-A6F6-5691-62F7-3ADAE9680B31}"/>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tel 1">
            <a:extLst>
              <a:ext uri="{FF2B5EF4-FFF2-40B4-BE49-F238E27FC236}">
                <a16:creationId xmlns:a16="http://schemas.microsoft.com/office/drawing/2014/main" id="{43A387BB-DAAE-D09A-EF2D-D4CB755433FF}"/>
              </a:ext>
            </a:extLst>
          </p:cNvPr>
          <p:cNvSpPr>
            <a:spLocks noGrp="1"/>
          </p:cNvSpPr>
          <p:nvPr>
            <p:ph type="title"/>
          </p:nvPr>
        </p:nvSpPr>
        <p:spPr>
          <a:xfrm>
            <a:off x="1143663" y="408297"/>
            <a:ext cx="5648163" cy="1620378"/>
          </a:xfrm>
        </p:spPr>
        <p:txBody>
          <a:bodyPr anchor="b">
            <a:noAutofit/>
          </a:bodyPr>
          <a:lstStyle>
            <a:lvl1pPr>
              <a:defRPr sz="5400"/>
            </a:lvl1pPr>
          </a:lstStyle>
          <a:p>
            <a:r>
              <a:rPr lang="nb-NO"/>
              <a:t>Klikk for å redigere tittelstil</a:t>
            </a:r>
            <a:endParaRPr lang="nb-NO" dirty="0"/>
          </a:p>
        </p:txBody>
      </p:sp>
      <p:sp>
        <p:nvSpPr>
          <p:cNvPr id="4" name="Plassholder for tekst 3">
            <a:extLst>
              <a:ext uri="{FF2B5EF4-FFF2-40B4-BE49-F238E27FC236}">
                <a16:creationId xmlns:a16="http://schemas.microsoft.com/office/drawing/2014/main" id="{EBA889E5-8488-226B-A7AE-9BD229785903}"/>
              </a:ext>
            </a:extLst>
          </p:cNvPr>
          <p:cNvSpPr>
            <a:spLocks noGrp="1"/>
          </p:cNvSpPr>
          <p:nvPr>
            <p:ph type="body" sz="half" idx="2"/>
          </p:nvPr>
        </p:nvSpPr>
        <p:spPr>
          <a:xfrm>
            <a:off x="1143664" y="2227777"/>
            <a:ext cx="3705062" cy="1238866"/>
          </a:xfrm>
        </p:spPr>
        <p:txBody>
          <a:bodyPr>
            <a:noAutofit/>
          </a:bodyPr>
          <a:lstStyle>
            <a:lvl1pPr marL="0" indent="0">
              <a:buNone/>
              <a:defRPr sz="2600">
                <a:latin typeface="Aptos Light"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pic>
        <p:nvPicPr>
          <p:cNvPr id="14" name="Grafikk 13">
            <a:extLst>
              <a:ext uri="{FF2B5EF4-FFF2-40B4-BE49-F238E27FC236}">
                <a16:creationId xmlns:a16="http://schemas.microsoft.com/office/drawing/2014/main" id="{667A0B4F-859D-C705-6E37-F30F46C63A7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08736" y="5928467"/>
            <a:ext cx="2541025" cy="521236"/>
          </a:xfrm>
          <a:prstGeom prst="rect">
            <a:avLst/>
          </a:prstGeom>
        </p:spPr>
      </p:pic>
    </p:spTree>
    <p:extLst>
      <p:ext uri="{BB962C8B-B14F-4D97-AF65-F5344CB8AC3E}">
        <p14:creationId xmlns:p14="http://schemas.microsoft.com/office/powerpoint/2010/main" val="3514821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Forside med 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3A387BB-DAAE-D09A-EF2D-D4CB755433FF}"/>
              </a:ext>
            </a:extLst>
          </p:cNvPr>
          <p:cNvSpPr>
            <a:spLocks noGrp="1"/>
          </p:cNvSpPr>
          <p:nvPr>
            <p:ph type="title"/>
          </p:nvPr>
        </p:nvSpPr>
        <p:spPr>
          <a:xfrm>
            <a:off x="7116762" y="995516"/>
            <a:ext cx="3932237" cy="1740309"/>
          </a:xfrm>
        </p:spPr>
        <p:txBody>
          <a:bodyPr anchor="b">
            <a:noAutofit/>
          </a:bodyPr>
          <a:lstStyle>
            <a:lvl1pPr>
              <a:defRPr sz="4000"/>
            </a:lvl1pPr>
          </a:lstStyle>
          <a:p>
            <a:r>
              <a:rPr lang="nb-NO"/>
              <a:t>Klikk for å redigere tittelstil</a:t>
            </a:r>
            <a:endParaRPr lang="nb-NO" dirty="0"/>
          </a:p>
        </p:txBody>
      </p:sp>
      <p:sp>
        <p:nvSpPr>
          <p:cNvPr id="3" name="Plassholder for bilde 2">
            <a:extLst>
              <a:ext uri="{FF2B5EF4-FFF2-40B4-BE49-F238E27FC236}">
                <a16:creationId xmlns:a16="http://schemas.microsoft.com/office/drawing/2014/main" id="{361CF348-AE16-C235-8980-F0388EA117FC}"/>
              </a:ext>
            </a:extLst>
          </p:cNvPr>
          <p:cNvSpPr>
            <a:spLocks noGrp="1"/>
          </p:cNvSpPr>
          <p:nvPr>
            <p:ph type="pic" idx="1"/>
          </p:nvPr>
        </p:nvSpPr>
        <p:spPr>
          <a:xfrm>
            <a:off x="-1" y="0"/>
            <a:ext cx="6476999" cy="6857999"/>
          </a:xfrm>
          <a:solidFill>
            <a:schemeClr val="bg1">
              <a:lumMod val="95000"/>
            </a:schemeClr>
          </a:solidFill>
        </p:spPr>
        <p:txBody>
          <a:bodyPr/>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b-NO"/>
              <a:t>Klikk på ikonet for å legge til et bilde</a:t>
            </a:r>
          </a:p>
        </p:txBody>
      </p:sp>
      <p:sp>
        <p:nvSpPr>
          <p:cNvPr id="4" name="Plassholder for tekst 3">
            <a:extLst>
              <a:ext uri="{FF2B5EF4-FFF2-40B4-BE49-F238E27FC236}">
                <a16:creationId xmlns:a16="http://schemas.microsoft.com/office/drawing/2014/main" id="{EBA889E5-8488-226B-A7AE-9BD229785903}"/>
              </a:ext>
            </a:extLst>
          </p:cNvPr>
          <p:cNvSpPr>
            <a:spLocks noGrp="1"/>
          </p:cNvSpPr>
          <p:nvPr>
            <p:ph type="body" sz="half" idx="2"/>
          </p:nvPr>
        </p:nvSpPr>
        <p:spPr>
          <a:xfrm>
            <a:off x="7116762" y="2883309"/>
            <a:ext cx="3932237" cy="1909917"/>
          </a:xfrm>
        </p:spPr>
        <p:txBody>
          <a:bodyPr>
            <a:noAutofit/>
          </a:bodyPr>
          <a:lstStyle>
            <a:lvl1pPr marL="0" indent="0">
              <a:buNone/>
              <a:defRPr sz="2600">
                <a:latin typeface="Aptos Light"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cxnSp>
        <p:nvCxnSpPr>
          <p:cNvPr id="12" name="Rett linje 11">
            <a:extLst>
              <a:ext uri="{FF2B5EF4-FFF2-40B4-BE49-F238E27FC236}">
                <a16:creationId xmlns:a16="http://schemas.microsoft.com/office/drawing/2014/main" id="{79DA8954-C730-18AC-9AA7-799893767F06}"/>
              </a:ext>
            </a:extLst>
          </p:cNvPr>
          <p:cNvCxnSpPr>
            <a:cxnSpLocks/>
          </p:cNvCxnSpPr>
          <p:nvPr userDrawn="1"/>
        </p:nvCxnSpPr>
        <p:spPr>
          <a:xfrm>
            <a:off x="7116762" y="5707626"/>
            <a:ext cx="3932237"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pic>
        <p:nvPicPr>
          <p:cNvPr id="14" name="Grafikk 13">
            <a:extLst>
              <a:ext uri="{FF2B5EF4-FFF2-40B4-BE49-F238E27FC236}">
                <a16:creationId xmlns:a16="http://schemas.microsoft.com/office/drawing/2014/main" id="{667A0B4F-859D-C705-6E37-F30F46C63A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057770" y="5968054"/>
            <a:ext cx="2541025" cy="521236"/>
          </a:xfrm>
          <a:prstGeom prst="rect">
            <a:avLst/>
          </a:prstGeom>
        </p:spPr>
      </p:pic>
    </p:spTree>
    <p:extLst>
      <p:ext uri="{BB962C8B-B14F-4D97-AF65-F5344CB8AC3E}">
        <p14:creationId xmlns:p14="http://schemas.microsoft.com/office/powerpoint/2010/main" val="331384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Forside med smalt bilde">
    <p:spTree>
      <p:nvGrpSpPr>
        <p:cNvPr id="1" name=""/>
        <p:cNvGrpSpPr/>
        <p:nvPr/>
      </p:nvGrpSpPr>
      <p:grpSpPr>
        <a:xfrm>
          <a:off x="0" y="0"/>
          <a:ext cx="0" cy="0"/>
          <a:chOff x="0" y="0"/>
          <a:chExt cx="0" cy="0"/>
        </a:xfrm>
      </p:grpSpPr>
      <p:sp>
        <p:nvSpPr>
          <p:cNvPr id="11" name="Rektangel 10">
            <a:extLst>
              <a:ext uri="{FF2B5EF4-FFF2-40B4-BE49-F238E27FC236}">
                <a16:creationId xmlns:a16="http://schemas.microsoft.com/office/drawing/2014/main" id="{C8341B42-518E-9787-4766-990983A3E93E}"/>
              </a:ext>
            </a:extLst>
          </p:cNvPr>
          <p:cNvSpPr/>
          <p:nvPr userDrawn="1"/>
        </p:nvSpPr>
        <p:spPr>
          <a:xfrm rot="16200000">
            <a:off x="8189987" y="2859008"/>
            <a:ext cx="3429005" cy="4568978"/>
          </a:xfrm>
          <a:prstGeom prst="rect">
            <a:avLst/>
          </a:prstGeom>
          <a:solidFill>
            <a:srgbClr val="E9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tel 1">
            <a:extLst>
              <a:ext uri="{FF2B5EF4-FFF2-40B4-BE49-F238E27FC236}">
                <a16:creationId xmlns:a16="http://schemas.microsoft.com/office/drawing/2014/main" id="{43A387BB-DAAE-D09A-EF2D-D4CB755433FF}"/>
              </a:ext>
            </a:extLst>
          </p:cNvPr>
          <p:cNvSpPr>
            <a:spLocks noGrp="1"/>
          </p:cNvSpPr>
          <p:nvPr>
            <p:ph type="title"/>
          </p:nvPr>
        </p:nvSpPr>
        <p:spPr>
          <a:xfrm>
            <a:off x="1711478" y="3561739"/>
            <a:ext cx="4905067" cy="1452714"/>
          </a:xfrm>
        </p:spPr>
        <p:txBody>
          <a:bodyPr anchor="b">
            <a:noAutofit/>
          </a:bodyPr>
          <a:lstStyle>
            <a:lvl1pPr>
              <a:defRPr sz="4000"/>
            </a:lvl1pPr>
          </a:lstStyle>
          <a:p>
            <a:r>
              <a:rPr lang="nb-NO"/>
              <a:t>Klikk for å redigere tittelstil</a:t>
            </a:r>
            <a:endParaRPr lang="nb-NO" dirty="0"/>
          </a:p>
        </p:txBody>
      </p:sp>
      <p:sp>
        <p:nvSpPr>
          <p:cNvPr id="3" name="Plassholder for bilde 2">
            <a:extLst>
              <a:ext uri="{FF2B5EF4-FFF2-40B4-BE49-F238E27FC236}">
                <a16:creationId xmlns:a16="http://schemas.microsoft.com/office/drawing/2014/main" id="{361CF348-AE16-C235-8980-F0388EA117FC}"/>
              </a:ext>
            </a:extLst>
          </p:cNvPr>
          <p:cNvSpPr>
            <a:spLocks noGrp="1"/>
          </p:cNvSpPr>
          <p:nvPr>
            <p:ph type="pic" idx="1"/>
          </p:nvPr>
        </p:nvSpPr>
        <p:spPr>
          <a:xfrm>
            <a:off x="1142999" y="0"/>
            <a:ext cx="11049001" cy="3428997"/>
          </a:xfrm>
          <a:solidFill>
            <a:schemeClr val="bg1">
              <a:lumMod val="95000"/>
            </a:schemeClr>
          </a:solidFill>
        </p:spPr>
        <p:txBody>
          <a:bodyPr/>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b-NO"/>
              <a:t>Klikk på ikonet for å legge til et bilde</a:t>
            </a:r>
            <a:endParaRPr lang="nb-NO" dirty="0"/>
          </a:p>
        </p:txBody>
      </p:sp>
      <p:sp>
        <p:nvSpPr>
          <p:cNvPr id="4" name="Plassholder for tekst 3">
            <a:extLst>
              <a:ext uri="{FF2B5EF4-FFF2-40B4-BE49-F238E27FC236}">
                <a16:creationId xmlns:a16="http://schemas.microsoft.com/office/drawing/2014/main" id="{EBA889E5-8488-226B-A7AE-9BD229785903}"/>
              </a:ext>
            </a:extLst>
          </p:cNvPr>
          <p:cNvSpPr>
            <a:spLocks noGrp="1"/>
          </p:cNvSpPr>
          <p:nvPr>
            <p:ph type="body" sz="half" idx="2"/>
          </p:nvPr>
        </p:nvSpPr>
        <p:spPr>
          <a:xfrm>
            <a:off x="1711478" y="5198806"/>
            <a:ext cx="4905067" cy="1319981"/>
          </a:xfrm>
        </p:spPr>
        <p:txBody>
          <a:bodyPr>
            <a:noAutofit/>
          </a:bodyPr>
          <a:lstStyle>
            <a:lvl1pPr marL="0" indent="0">
              <a:buNone/>
              <a:defRPr sz="2600">
                <a:latin typeface="Aptos Light"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pic>
        <p:nvPicPr>
          <p:cNvPr id="14" name="Grafikk 13">
            <a:extLst>
              <a:ext uri="{FF2B5EF4-FFF2-40B4-BE49-F238E27FC236}">
                <a16:creationId xmlns:a16="http://schemas.microsoft.com/office/drawing/2014/main" id="{667A0B4F-859D-C705-6E37-F30F46C63A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633976" y="5598178"/>
            <a:ext cx="2541025" cy="521236"/>
          </a:xfrm>
          <a:prstGeom prst="rect">
            <a:avLst/>
          </a:prstGeom>
        </p:spPr>
      </p:pic>
      <p:sp>
        <p:nvSpPr>
          <p:cNvPr id="5" name="Rektangel 4">
            <a:extLst>
              <a:ext uri="{FF2B5EF4-FFF2-40B4-BE49-F238E27FC236}">
                <a16:creationId xmlns:a16="http://schemas.microsoft.com/office/drawing/2014/main" id="{EF14993C-80DA-78D3-E354-4BFCF91BA11F}"/>
              </a:ext>
            </a:extLst>
          </p:cNvPr>
          <p:cNvSpPr/>
          <p:nvPr userDrawn="1"/>
        </p:nvSpPr>
        <p:spPr>
          <a:xfrm rot="16200000">
            <a:off x="-2857500" y="2857500"/>
            <a:ext cx="6858000" cy="1143000"/>
          </a:xfrm>
          <a:prstGeom prst="rect">
            <a:avLst/>
          </a:prstGeom>
          <a:solidFill>
            <a:srgbClr val="E9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Rektangel 6">
            <a:extLst>
              <a:ext uri="{FF2B5EF4-FFF2-40B4-BE49-F238E27FC236}">
                <a16:creationId xmlns:a16="http://schemas.microsoft.com/office/drawing/2014/main" id="{70B1E685-0E15-CAFD-2EAA-158C16B70EDE}"/>
              </a:ext>
            </a:extLst>
          </p:cNvPr>
          <p:cNvSpPr/>
          <p:nvPr userDrawn="1"/>
        </p:nvSpPr>
        <p:spPr>
          <a:xfrm rot="16200000">
            <a:off x="-1139977" y="1142996"/>
            <a:ext cx="3428997" cy="1143000"/>
          </a:xfrm>
          <a:prstGeom prst="rect">
            <a:avLst/>
          </a:prstGeom>
          <a:solidFill>
            <a:srgbClr val="DCE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10" name="Rett linje 9">
            <a:extLst>
              <a:ext uri="{FF2B5EF4-FFF2-40B4-BE49-F238E27FC236}">
                <a16:creationId xmlns:a16="http://schemas.microsoft.com/office/drawing/2014/main" id="{7AA23D11-8F27-3E17-C8BF-A9BEC6FBA51B}"/>
              </a:ext>
            </a:extLst>
          </p:cNvPr>
          <p:cNvCxnSpPr>
            <a:cxnSpLocks/>
          </p:cNvCxnSpPr>
          <p:nvPr userDrawn="1"/>
        </p:nvCxnSpPr>
        <p:spPr>
          <a:xfrm>
            <a:off x="0" y="4572000"/>
            <a:ext cx="1143000"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cxnSp>
        <p:nvCxnSpPr>
          <p:cNvPr id="13" name="Rett linje 12">
            <a:extLst>
              <a:ext uri="{FF2B5EF4-FFF2-40B4-BE49-F238E27FC236}">
                <a16:creationId xmlns:a16="http://schemas.microsoft.com/office/drawing/2014/main" id="{BA4A6F1E-8AA9-58FC-5DBB-320291C69675}"/>
              </a:ext>
            </a:extLst>
          </p:cNvPr>
          <p:cNvCxnSpPr>
            <a:cxnSpLocks/>
          </p:cNvCxnSpPr>
          <p:nvPr userDrawn="1"/>
        </p:nvCxnSpPr>
        <p:spPr>
          <a:xfrm>
            <a:off x="7116762" y="4572000"/>
            <a:ext cx="4572000"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99886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telside med flettemønster">
    <p:spTree>
      <p:nvGrpSpPr>
        <p:cNvPr id="1" name=""/>
        <p:cNvGrpSpPr/>
        <p:nvPr/>
      </p:nvGrpSpPr>
      <p:grpSpPr>
        <a:xfrm>
          <a:off x="0" y="0"/>
          <a:ext cx="0" cy="0"/>
          <a:chOff x="0" y="0"/>
          <a:chExt cx="0" cy="0"/>
        </a:xfrm>
      </p:grpSpPr>
      <p:pic>
        <p:nvPicPr>
          <p:cNvPr id="5" name="Bilde 4">
            <a:extLst>
              <a:ext uri="{FF2B5EF4-FFF2-40B4-BE49-F238E27FC236}">
                <a16:creationId xmlns:a16="http://schemas.microsoft.com/office/drawing/2014/main" id="{FB7EC76B-3BA6-428B-3AE1-DFDBBEAAF786}"/>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2" name="Tittel 1">
            <a:extLst>
              <a:ext uri="{FF2B5EF4-FFF2-40B4-BE49-F238E27FC236}">
                <a16:creationId xmlns:a16="http://schemas.microsoft.com/office/drawing/2014/main" id="{43A387BB-DAAE-D09A-EF2D-D4CB755433FF}"/>
              </a:ext>
            </a:extLst>
          </p:cNvPr>
          <p:cNvSpPr>
            <a:spLocks noGrp="1"/>
          </p:cNvSpPr>
          <p:nvPr>
            <p:ph type="title"/>
          </p:nvPr>
        </p:nvSpPr>
        <p:spPr>
          <a:xfrm>
            <a:off x="1143664" y="3679729"/>
            <a:ext cx="5920814" cy="1814036"/>
          </a:xfrm>
        </p:spPr>
        <p:txBody>
          <a:bodyPr anchor="ctr" anchorCtr="0">
            <a:noAutofit/>
          </a:bodyPr>
          <a:lstStyle>
            <a:lvl1pPr>
              <a:defRPr sz="4400"/>
            </a:lvl1pPr>
          </a:lstStyle>
          <a:p>
            <a:r>
              <a:rPr lang="nb-NO"/>
              <a:t>Klikk for å redigere tittelstil</a:t>
            </a:r>
            <a:endParaRPr lang="nb-NO" dirty="0"/>
          </a:p>
        </p:txBody>
      </p:sp>
      <p:pic>
        <p:nvPicPr>
          <p:cNvPr id="6" name="Grafikk 5">
            <a:extLst>
              <a:ext uri="{FF2B5EF4-FFF2-40B4-BE49-F238E27FC236}">
                <a16:creationId xmlns:a16="http://schemas.microsoft.com/office/drawing/2014/main" id="{9BC6FDDE-EE52-07BC-40F4-5C40DF51161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09799" y="5995224"/>
            <a:ext cx="2541025" cy="521236"/>
          </a:xfrm>
          <a:prstGeom prst="rect">
            <a:avLst/>
          </a:prstGeom>
        </p:spPr>
      </p:pic>
      <p:cxnSp>
        <p:nvCxnSpPr>
          <p:cNvPr id="8" name="Rett linje 7">
            <a:extLst>
              <a:ext uri="{FF2B5EF4-FFF2-40B4-BE49-F238E27FC236}">
                <a16:creationId xmlns:a16="http://schemas.microsoft.com/office/drawing/2014/main" id="{A277720E-B5CA-AE1D-4C24-8D975AA76A19}"/>
              </a:ext>
            </a:extLst>
          </p:cNvPr>
          <p:cNvCxnSpPr>
            <a:cxnSpLocks/>
          </p:cNvCxnSpPr>
          <p:nvPr userDrawn="1"/>
        </p:nvCxnSpPr>
        <p:spPr>
          <a:xfrm>
            <a:off x="1143664" y="5744494"/>
            <a:ext cx="3069349"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383831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apittelside med sitat">
    <p:spTree>
      <p:nvGrpSpPr>
        <p:cNvPr id="1" name=""/>
        <p:cNvGrpSpPr/>
        <p:nvPr/>
      </p:nvGrpSpPr>
      <p:grpSpPr>
        <a:xfrm>
          <a:off x="0" y="0"/>
          <a:ext cx="0" cy="0"/>
          <a:chOff x="0" y="0"/>
          <a:chExt cx="0" cy="0"/>
        </a:xfrm>
      </p:grpSpPr>
      <p:sp>
        <p:nvSpPr>
          <p:cNvPr id="21" name="Rektangel 20">
            <a:extLst>
              <a:ext uri="{FF2B5EF4-FFF2-40B4-BE49-F238E27FC236}">
                <a16:creationId xmlns:a16="http://schemas.microsoft.com/office/drawing/2014/main" id="{B327449C-4CF7-226D-E906-C36884680BF5}"/>
              </a:ext>
            </a:extLst>
          </p:cNvPr>
          <p:cNvSpPr/>
          <p:nvPr userDrawn="1"/>
        </p:nvSpPr>
        <p:spPr>
          <a:xfrm rot="16200000">
            <a:off x="6476999" y="1142999"/>
            <a:ext cx="6858000" cy="4572001"/>
          </a:xfrm>
          <a:prstGeom prst="rect">
            <a:avLst/>
          </a:prstGeom>
          <a:solidFill>
            <a:srgbClr val="E9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p>
        </p:txBody>
      </p:sp>
      <p:sp>
        <p:nvSpPr>
          <p:cNvPr id="2" name="Tittel 1">
            <a:extLst>
              <a:ext uri="{FF2B5EF4-FFF2-40B4-BE49-F238E27FC236}">
                <a16:creationId xmlns:a16="http://schemas.microsoft.com/office/drawing/2014/main" id="{43A387BB-DAAE-D09A-EF2D-D4CB755433FF}"/>
              </a:ext>
            </a:extLst>
          </p:cNvPr>
          <p:cNvSpPr>
            <a:spLocks noGrp="1"/>
          </p:cNvSpPr>
          <p:nvPr>
            <p:ph type="title"/>
          </p:nvPr>
        </p:nvSpPr>
        <p:spPr>
          <a:xfrm>
            <a:off x="1710813" y="1519084"/>
            <a:ext cx="5405949" cy="1533830"/>
          </a:xfrm>
        </p:spPr>
        <p:txBody>
          <a:bodyPr anchor="ctr" anchorCtr="0">
            <a:noAutofit/>
          </a:bodyPr>
          <a:lstStyle>
            <a:lvl1pPr>
              <a:defRPr sz="4000"/>
            </a:lvl1pPr>
          </a:lstStyle>
          <a:p>
            <a:r>
              <a:rPr lang="nb-NO"/>
              <a:t>Klikk for å redigere tittelstil</a:t>
            </a:r>
            <a:endParaRPr lang="nb-NO" dirty="0"/>
          </a:p>
        </p:txBody>
      </p:sp>
      <p:sp>
        <p:nvSpPr>
          <p:cNvPr id="4" name="Plassholder for tekst 3">
            <a:extLst>
              <a:ext uri="{FF2B5EF4-FFF2-40B4-BE49-F238E27FC236}">
                <a16:creationId xmlns:a16="http://schemas.microsoft.com/office/drawing/2014/main" id="{EBA889E5-8488-226B-A7AE-9BD229785903}"/>
              </a:ext>
            </a:extLst>
          </p:cNvPr>
          <p:cNvSpPr>
            <a:spLocks noGrp="1"/>
          </p:cNvSpPr>
          <p:nvPr>
            <p:ph type="body" sz="half" idx="2"/>
          </p:nvPr>
        </p:nvSpPr>
        <p:spPr>
          <a:xfrm>
            <a:off x="2846771" y="3428999"/>
            <a:ext cx="4269992" cy="1909917"/>
          </a:xfrm>
        </p:spPr>
        <p:txBody>
          <a:bodyPr>
            <a:noAutofit/>
          </a:bodyPr>
          <a:lstStyle>
            <a:lvl1pPr marL="0" indent="0">
              <a:buNone/>
              <a:defRPr sz="2600">
                <a:latin typeface="Aptos Light"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cxnSp>
        <p:nvCxnSpPr>
          <p:cNvPr id="12" name="Rett linje 11">
            <a:extLst>
              <a:ext uri="{FF2B5EF4-FFF2-40B4-BE49-F238E27FC236}">
                <a16:creationId xmlns:a16="http://schemas.microsoft.com/office/drawing/2014/main" id="{79DA8954-C730-18AC-9AA7-799893767F06}"/>
              </a:ext>
            </a:extLst>
          </p:cNvPr>
          <p:cNvCxnSpPr>
            <a:cxnSpLocks/>
          </p:cNvCxnSpPr>
          <p:nvPr userDrawn="1"/>
        </p:nvCxnSpPr>
        <p:spPr>
          <a:xfrm>
            <a:off x="7116763" y="5715000"/>
            <a:ext cx="4497592"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pic>
        <p:nvPicPr>
          <p:cNvPr id="14" name="Grafikk 13">
            <a:extLst>
              <a:ext uri="{FF2B5EF4-FFF2-40B4-BE49-F238E27FC236}">
                <a16:creationId xmlns:a16="http://schemas.microsoft.com/office/drawing/2014/main" id="{667A0B4F-859D-C705-6E37-F30F46C63A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73944" y="5995224"/>
            <a:ext cx="2541025" cy="521236"/>
          </a:xfrm>
          <a:prstGeom prst="rect">
            <a:avLst/>
          </a:prstGeom>
        </p:spPr>
      </p:pic>
      <p:sp>
        <p:nvSpPr>
          <p:cNvPr id="5" name="Rektangel 4">
            <a:extLst>
              <a:ext uri="{FF2B5EF4-FFF2-40B4-BE49-F238E27FC236}">
                <a16:creationId xmlns:a16="http://schemas.microsoft.com/office/drawing/2014/main" id="{97A5DDF3-1A7E-A725-C507-6B512301FD69}"/>
              </a:ext>
            </a:extLst>
          </p:cNvPr>
          <p:cNvSpPr/>
          <p:nvPr userDrawn="1"/>
        </p:nvSpPr>
        <p:spPr>
          <a:xfrm rot="16200000">
            <a:off x="-2857500" y="2857500"/>
            <a:ext cx="6858000" cy="1143000"/>
          </a:xfrm>
          <a:prstGeom prst="rect">
            <a:avLst/>
          </a:prstGeom>
          <a:solidFill>
            <a:srgbClr val="E9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6" name="Rektangel 5">
            <a:extLst>
              <a:ext uri="{FF2B5EF4-FFF2-40B4-BE49-F238E27FC236}">
                <a16:creationId xmlns:a16="http://schemas.microsoft.com/office/drawing/2014/main" id="{3C1CEB71-6645-4121-BE39-0A727A4065BC}"/>
              </a:ext>
            </a:extLst>
          </p:cNvPr>
          <p:cNvSpPr/>
          <p:nvPr userDrawn="1"/>
        </p:nvSpPr>
        <p:spPr>
          <a:xfrm rot="16200000">
            <a:off x="1143000" y="0"/>
            <a:ext cx="1143000" cy="1143000"/>
          </a:xfrm>
          <a:prstGeom prst="rect">
            <a:avLst/>
          </a:prstGeom>
          <a:solidFill>
            <a:srgbClr val="DCE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5" name="Rektangel 14">
            <a:extLst>
              <a:ext uri="{FF2B5EF4-FFF2-40B4-BE49-F238E27FC236}">
                <a16:creationId xmlns:a16="http://schemas.microsoft.com/office/drawing/2014/main" id="{99090B4A-478B-57B3-6129-54E329B344E5}"/>
              </a:ext>
            </a:extLst>
          </p:cNvPr>
          <p:cNvSpPr/>
          <p:nvPr userDrawn="1"/>
        </p:nvSpPr>
        <p:spPr>
          <a:xfrm rot="16200000">
            <a:off x="571500" y="4000500"/>
            <a:ext cx="2286000" cy="1143000"/>
          </a:xfrm>
          <a:prstGeom prst="rect">
            <a:avLst/>
          </a:prstGeom>
          <a:solidFill>
            <a:srgbClr val="DCE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16" name="Rett linje 15">
            <a:extLst>
              <a:ext uri="{FF2B5EF4-FFF2-40B4-BE49-F238E27FC236}">
                <a16:creationId xmlns:a16="http://schemas.microsoft.com/office/drawing/2014/main" id="{FADB15C2-8B17-3E25-95E8-CCFC3B2C7CAA}"/>
              </a:ext>
            </a:extLst>
          </p:cNvPr>
          <p:cNvCxnSpPr>
            <a:cxnSpLocks/>
            <a:endCxn id="15" idx="0"/>
          </p:cNvCxnSpPr>
          <p:nvPr userDrawn="1"/>
        </p:nvCxnSpPr>
        <p:spPr>
          <a:xfrm>
            <a:off x="0" y="4572000"/>
            <a:ext cx="1143000"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sp>
        <p:nvSpPr>
          <p:cNvPr id="31" name="Plassholder for innhold 30">
            <a:extLst>
              <a:ext uri="{FF2B5EF4-FFF2-40B4-BE49-F238E27FC236}">
                <a16:creationId xmlns:a16="http://schemas.microsoft.com/office/drawing/2014/main" id="{61442D48-49A7-2B23-BFDC-6D451B6E4C45}"/>
              </a:ext>
            </a:extLst>
          </p:cNvPr>
          <p:cNvSpPr>
            <a:spLocks noGrp="1"/>
          </p:cNvSpPr>
          <p:nvPr>
            <p:ph sz="quarter" idx="11" hasCustomPrompt="1"/>
          </p:nvPr>
        </p:nvSpPr>
        <p:spPr>
          <a:xfrm>
            <a:off x="8156575" y="2079523"/>
            <a:ext cx="3089275" cy="2905227"/>
          </a:xfrm>
        </p:spPr>
        <p:txBody>
          <a:bodyPr>
            <a:noAutofit/>
          </a:bodyPr>
          <a:lstStyle>
            <a:lvl1pPr marL="0" indent="0">
              <a:buNone/>
              <a:defRPr sz="2000" i="1">
                <a:solidFill>
                  <a:schemeClr val="accent1"/>
                </a:solidFill>
                <a:latin typeface="Aptos Light" panose="020B0004020202020204" pitchFamily="34" charset="0"/>
              </a:defRPr>
            </a:lvl1pPr>
            <a:lvl2pPr>
              <a:defRPr sz="2000"/>
            </a:lvl2pPr>
            <a:lvl3pPr>
              <a:defRPr sz="2000"/>
            </a:lvl3pPr>
            <a:lvl4pPr>
              <a:defRPr sz="2000"/>
            </a:lvl4pPr>
            <a:lvl5pPr>
              <a:defRPr sz="2000"/>
            </a:lvl5pPr>
          </a:lstStyle>
          <a:p>
            <a:pPr lvl="0"/>
            <a:r>
              <a:rPr lang="nb-NO" dirty="0"/>
              <a:t>Sett inn sitat/</a:t>
            </a:r>
            <a:r>
              <a:rPr lang="nb-NO" dirty="0" err="1"/>
              <a:t>teaser</a:t>
            </a:r>
            <a:r>
              <a:rPr lang="nb-NO" dirty="0"/>
              <a:t> fra kommende kapittel her. Hvis du ikke har et passende sitat, bruker du malen «Kapittelside uten sitat»</a:t>
            </a:r>
          </a:p>
        </p:txBody>
      </p:sp>
      <p:pic>
        <p:nvPicPr>
          <p:cNvPr id="33" name="Grafikk 32">
            <a:extLst>
              <a:ext uri="{FF2B5EF4-FFF2-40B4-BE49-F238E27FC236}">
                <a16:creationId xmlns:a16="http://schemas.microsoft.com/office/drawing/2014/main" id="{15A01C6F-50EC-14F6-5157-BFF26331ED9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156575" y="1423306"/>
            <a:ext cx="766199" cy="480151"/>
          </a:xfrm>
          <a:prstGeom prst="rect">
            <a:avLst/>
          </a:prstGeom>
        </p:spPr>
      </p:pic>
    </p:spTree>
    <p:extLst>
      <p:ext uri="{BB962C8B-B14F-4D97-AF65-F5344CB8AC3E}">
        <p14:creationId xmlns:p14="http://schemas.microsoft.com/office/powerpoint/2010/main" val="517612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apittelside uten sitat">
    <p:spTree>
      <p:nvGrpSpPr>
        <p:cNvPr id="1" name=""/>
        <p:cNvGrpSpPr/>
        <p:nvPr/>
      </p:nvGrpSpPr>
      <p:grpSpPr>
        <a:xfrm>
          <a:off x="0" y="0"/>
          <a:ext cx="0" cy="0"/>
          <a:chOff x="0" y="0"/>
          <a:chExt cx="0" cy="0"/>
        </a:xfrm>
      </p:grpSpPr>
      <p:pic>
        <p:nvPicPr>
          <p:cNvPr id="7" name="Bilde 6">
            <a:extLst>
              <a:ext uri="{FF2B5EF4-FFF2-40B4-BE49-F238E27FC236}">
                <a16:creationId xmlns:a16="http://schemas.microsoft.com/office/drawing/2014/main" id="{8A2D0E2C-146D-B42E-BD8E-921D37F00119}"/>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7621587" y="0"/>
            <a:ext cx="4570412" cy="6858000"/>
          </a:xfrm>
          <a:prstGeom prst="rect">
            <a:avLst/>
          </a:prstGeom>
        </p:spPr>
      </p:pic>
      <p:sp>
        <p:nvSpPr>
          <p:cNvPr id="2" name="Tittel 1">
            <a:extLst>
              <a:ext uri="{FF2B5EF4-FFF2-40B4-BE49-F238E27FC236}">
                <a16:creationId xmlns:a16="http://schemas.microsoft.com/office/drawing/2014/main" id="{43A387BB-DAAE-D09A-EF2D-D4CB755433FF}"/>
              </a:ext>
            </a:extLst>
          </p:cNvPr>
          <p:cNvSpPr>
            <a:spLocks noGrp="1"/>
          </p:cNvSpPr>
          <p:nvPr>
            <p:ph type="title"/>
          </p:nvPr>
        </p:nvSpPr>
        <p:spPr>
          <a:xfrm>
            <a:off x="1710813" y="1519084"/>
            <a:ext cx="5405949" cy="1533830"/>
          </a:xfrm>
        </p:spPr>
        <p:txBody>
          <a:bodyPr anchor="ctr" anchorCtr="0">
            <a:noAutofit/>
          </a:bodyPr>
          <a:lstStyle>
            <a:lvl1pPr>
              <a:defRPr sz="4000"/>
            </a:lvl1pPr>
          </a:lstStyle>
          <a:p>
            <a:r>
              <a:rPr lang="nb-NO"/>
              <a:t>Klikk for å redigere tittelstil</a:t>
            </a:r>
            <a:endParaRPr lang="nb-NO" dirty="0"/>
          </a:p>
        </p:txBody>
      </p:sp>
      <p:sp>
        <p:nvSpPr>
          <p:cNvPr id="4" name="Plassholder for tekst 3">
            <a:extLst>
              <a:ext uri="{FF2B5EF4-FFF2-40B4-BE49-F238E27FC236}">
                <a16:creationId xmlns:a16="http://schemas.microsoft.com/office/drawing/2014/main" id="{EBA889E5-8488-226B-A7AE-9BD229785903}"/>
              </a:ext>
            </a:extLst>
          </p:cNvPr>
          <p:cNvSpPr>
            <a:spLocks noGrp="1"/>
          </p:cNvSpPr>
          <p:nvPr>
            <p:ph type="body" sz="half" idx="2"/>
          </p:nvPr>
        </p:nvSpPr>
        <p:spPr>
          <a:xfrm>
            <a:off x="2846771" y="3428999"/>
            <a:ext cx="4269992" cy="1909917"/>
          </a:xfrm>
        </p:spPr>
        <p:txBody>
          <a:bodyPr>
            <a:noAutofit/>
          </a:bodyPr>
          <a:lstStyle>
            <a:lvl1pPr marL="0" indent="0">
              <a:buNone/>
              <a:defRPr sz="2600">
                <a:latin typeface="Aptos Light"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pic>
        <p:nvPicPr>
          <p:cNvPr id="14" name="Grafikk 13">
            <a:extLst>
              <a:ext uri="{FF2B5EF4-FFF2-40B4-BE49-F238E27FC236}">
                <a16:creationId xmlns:a16="http://schemas.microsoft.com/office/drawing/2014/main" id="{667A0B4F-859D-C705-6E37-F30F46C63A7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673944" y="5995224"/>
            <a:ext cx="2541025" cy="521236"/>
          </a:xfrm>
          <a:prstGeom prst="rect">
            <a:avLst/>
          </a:prstGeom>
        </p:spPr>
      </p:pic>
      <p:sp>
        <p:nvSpPr>
          <p:cNvPr id="5" name="Rektangel 4">
            <a:extLst>
              <a:ext uri="{FF2B5EF4-FFF2-40B4-BE49-F238E27FC236}">
                <a16:creationId xmlns:a16="http://schemas.microsoft.com/office/drawing/2014/main" id="{97A5DDF3-1A7E-A725-C507-6B512301FD69}"/>
              </a:ext>
            </a:extLst>
          </p:cNvPr>
          <p:cNvSpPr/>
          <p:nvPr userDrawn="1"/>
        </p:nvSpPr>
        <p:spPr>
          <a:xfrm rot="16200000">
            <a:off x="-2857500" y="2857500"/>
            <a:ext cx="6858000" cy="1143000"/>
          </a:xfrm>
          <a:prstGeom prst="rect">
            <a:avLst/>
          </a:prstGeom>
          <a:solidFill>
            <a:srgbClr val="E9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6" name="Rektangel 5">
            <a:extLst>
              <a:ext uri="{FF2B5EF4-FFF2-40B4-BE49-F238E27FC236}">
                <a16:creationId xmlns:a16="http://schemas.microsoft.com/office/drawing/2014/main" id="{3C1CEB71-6645-4121-BE39-0A727A4065BC}"/>
              </a:ext>
            </a:extLst>
          </p:cNvPr>
          <p:cNvSpPr/>
          <p:nvPr userDrawn="1"/>
        </p:nvSpPr>
        <p:spPr>
          <a:xfrm rot="16200000">
            <a:off x="1143000" y="0"/>
            <a:ext cx="1143000" cy="1143000"/>
          </a:xfrm>
          <a:prstGeom prst="rect">
            <a:avLst/>
          </a:prstGeom>
          <a:solidFill>
            <a:srgbClr val="DCE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5" name="Rektangel 14">
            <a:extLst>
              <a:ext uri="{FF2B5EF4-FFF2-40B4-BE49-F238E27FC236}">
                <a16:creationId xmlns:a16="http://schemas.microsoft.com/office/drawing/2014/main" id="{99090B4A-478B-57B3-6129-54E329B344E5}"/>
              </a:ext>
            </a:extLst>
          </p:cNvPr>
          <p:cNvSpPr/>
          <p:nvPr userDrawn="1"/>
        </p:nvSpPr>
        <p:spPr>
          <a:xfrm rot="16200000">
            <a:off x="571500" y="4000500"/>
            <a:ext cx="2286000" cy="1143000"/>
          </a:xfrm>
          <a:prstGeom prst="rect">
            <a:avLst/>
          </a:prstGeom>
          <a:solidFill>
            <a:srgbClr val="DCE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50934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8B6B858-1627-2F89-8D94-97ABA1BD971E}"/>
              </a:ext>
            </a:extLst>
          </p:cNvPr>
          <p:cNvSpPr>
            <a:spLocks noGrp="1"/>
          </p:cNvSpPr>
          <p:nvPr>
            <p:ph type="title"/>
          </p:nvPr>
        </p:nvSpPr>
        <p:spPr>
          <a:xfrm>
            <a:off x="1714497" y="365125"/>
            <a:ext cx="9334501" cy="1325563"/>
          </a:xfrm>
        </p:spPr>
        <p:txBody>
          <a:bodyPr>
            <a:noAutofit/>
          </a:bodyPr>
          <a:lstStyle/>
          <a:p>
            <a:r>
              <a:rPr lang="nb-NO"/>
              <a:t>Klikk for å redigere tittelstil</a:t>
            </a:r>
            <a:endParaRPr lang="nb-NO" dirty="0"/>
          </a:p>
        </p:txBody>
      </p:sp>
      <p:sp>
        <p:nvSpPr>
          <p:cNvPr id="3" name="Plassholder for innhold 2">
            <a:extLst>
              <a:ext uri="{FF2B5EF4-FFF2-40B4-BE49-F238E27FC236}">
                <a16:creationId xmlns:a16="http://schemas.microsoft.com/office/drawing/2014/main" id="{12D9A830-9F2E-40B0-1A4F-6CEBB24D915A}"/>
              </a:ext>
            </a:extLst>
          </p:cNvPr>
          <p:cNvSpPr>
            <a:spLocks noGrp="1"/>
          </p:cNvSpPr>
          <p:nvPr>
            <p:ph idx="1"/>
          </p:nvPr>
        </p:nvSpPr>
        <p:spPr>
          <a:xfrm>
            <a:off x="1714497" y="1825625"/>
            <a:ext cx="9334501" cy="435133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8" name="Rektangel 7">
            <a:extLst>
              <a:ext uri="{FF2B5EF4-FFF2-40B4-BE49-F238E27FC236}">
                <a16:creationId xmlns:a16="http://schemas.microsoft.com/office/drawing/2014/main" id="{80E64ABA-DABF-4DFF-3785-962F2709381E}"/>
              </a:ext>
            </a:extLst>
          </p:cNvPr>
          <p:cNvSpPr/>
          <p:nvPr userDrawn="1"/>
        </p:nvSpPr>
        <p:spPr>
          <a:xfrm rot="16200000">
            <a:off x="-2857500" y="2857500"/>
            <a:ext cx="6858000" cy="1143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9" name="Rektangel 8">
            <a:extLst>
              <a:ext uri="{FF2B5EF4-FFF2-40B4-BE49-F238E27FC236}">
                <a16:creationId xmlns:a16="http://schemas.microsoft.com/office/drawing/2014/main" id="{71F0B706-C20C-66BB-07D8-7E13814516A7}"/>
              </a:ext>
            </a:extLst>
          </p:cNvPr>
          <p:cNvSpPr/>
          <p:nvPr userDrawn="1"/>
        </p:nvSpPr>
        <p:spPr>
          <a:xfrm rot="16200000">
            <a:off x="-576265" y="576262"/>
            <a:ext cx="2295525" cy="1143000"/>
          </a:xfrm>
          <a:prstGeom prst="rect">
            <a:avLst/>
          </a:prstGeom>
          <a:solidFill>
            <a:srgbClr val="EAEB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10" name="Rett linje 9">
            <a:extLst>
              <a:ext uri="{FF2B5EF4-FFF2-40B4-BE49-F238E27FC236}">
                <a16:creationId xmlns:a16="http://schemas.microsoft.com/office/drawing/2014/main" id="{26E3C784-A9CF-CCE5-2916-EDCDBC39C966}"/>
              </a:ext>
            </a:extLst>
          </p:cNvPr>
          <p:cNvCxnSpPr>
            <a:cxnSpLocks/>
          </p:cNvCxnSpPr>
          <p:nvPr userDrawn="1"/>
        </p:nvCxnSpPr>
        <p:spPr>
          <a:xfrm>
            <a:off x="0" y="3429000"/>
            <a:ext cx="1142998"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1090382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kst + 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8B6B858-1627-2F89-8D94-97ABA1BD971E}"/>
              </a:ext>
            </a:extLst>
          </p:cNvPr>
          <p:cNvSpPr>
            <a:spLocks noGrp="1"/>
          </p:cNvSpPr>
          <p:nvPr>
            <p:ph type="title"/>
          </p:nvPr>
        </p:nvSpPr>
        <p:spPr>
          <a:xfrm>
            <a:off x="1714498" y="365125"/>
            <a:ext cx="4000506" cy="1325563"/>
          </a:xfrm>
        </p:spPr>
        <p:txBody>
          <a:bodyPr anchor="b" anchorCtr="0">
            <a:noAutofit/>
          </a:bodyPr>
          <a:lstStyle>
            <a:lvl1pPr>
              <a:defRPr sz="3400"/>
            </a:lvl1pPr>
          </a:lstStyle>
          <a:p>
            <a:r>
              <a:rPr lang="nb-NO"/>
              <a:t>Klikk for å redigere tittelstil</a:t>
            </a:r>
            <a:endParaRPr lang="nb-NO" dirty="0"/>
          </a:p>
        </p:txBody>
      </p:sp>
      <p:sp>
        <p:nvSpPr>
          <p:cNvPr id="3" name="Plassholder for innhold 2">
            <a:extLst>
              <a:ext uri="{FF2B5EF4-FFF2-40B4-BE49-F238E27FC236}">
                <a16:creationId xmlns:a16="http://schemas.microsoft.com/office/drawing/2014/main" id="{12D9A830-9F2E-40B0-1A4F-6CEBB24D915A}"/>
              </a:ext>
            </a:extLst>
          </p:cNvPr>
          <p:cNvSpPr>
            <a:spLocks noGrp="1"/>
          </p:cNvSpPr>
          <p:nvPr>
            <p:ph idx="1"/>
          </p:nvPr>
        </p:nvSpPr>
        <p:spPr>
          <a:xfrm>
            <a:off x="1714498" y="1825625"/>
            <a:ext cx="4000506" cy="435133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8" name="Rektangel 7">
            <a:extLst>
              <a:ext uri="{FF2B5EF4-FFF2-40B4-BE49-F238E27FC236}">
                <a16:creationId xmlns:a16="http://schemas.microsoft.com/office/drawing/2014/main" id="{80E64ABA-DABF-4DFF-3785-962F2709381E}"/>
              </a:ext>
            </a:extLst>
          </p:cNvPr>
          <p:cNvSpPr/>
          <p:nvPr userDrawn="1"/>
        </p:nvSpPr>
        <p:spPr>
          <a:xfrm rot="16200000">
            <a:off x="-2857500" y="2857500"/>
            <a:ext cx="6858000" cy="1143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9" name="Rektangel 8">
            <a:extLst>
              <a:ext uri="{FF2B5EF4-FFF2-40B4-BE49-F238E27FC236}">
                <a16:creationId xmlns:a16="http://schemas.microsoft.com/office/drawing/2014/main" id="{71F0B706-C20C-66BB-07D8-7E13814516A7}"/>
              </a:ext>
            </a:extLst>
          </p:cNvPr>
          <p:cNvSpPr/>
          <p:nvPr userDrawn="1"/>
        </p:nvSpPr>
        <p:spPr>
          <a:xfrm rot="16200000">
            <a:off x="-576265" y="576262"/>
            <a:ext cx="2295525" cy="1143000"/>
          </a:xfrm>
          <a:prstGeom prst="rect">
            <a:avLst/>
          </a:prstGeom>
          <a:solidFill>
            <a:srgbClr val="EAEB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bilde 2">
            <a:extLst>
              <a:ext uri="{FF2B5EF4-FFF2-40B4-BE49-F238E27FC236}">
                <a16:creationId xmlns:a16="http://schemas.microsoft.com/office/drawing/2014/main" id="{13BDDCAF-C6B8-E944-A8A9-345077199D31}"/>
              </a:ext>
            </a:extLst>
          </p:cNvPr>
          <p:cNvSpPr>
            <a:spLocks noGrp="1"/>
          </p:cNvSpPr>
          <p:nvPr>
            <p:ph type="pic" idx="10"/>
          </p:nvPr>
        </p:nvSpPr>
        <p:spPr>
          <a:xfrm>
            <a:off x="6476998" y="1"/>
            <a:ext cx="5715002" cy="6857999"/>
          </a:xfrm>
          <a:solidFill>
            <a:schemeClr val="bg1">
              <a:lumMod val="95000"/>
            </a:schemeClr>
          </a:solidFill>
        </p:spPr>
        <p:txBody>
          <a:bodyPr/>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b-NO"/>
              <a:t>Klikk på ikonet for å legge til et bilde</a:t>
            </a:r>
            <a:endParaRPr lang="nb-NO" dirty="0"/>
          </a:p>
        </p:txBody>
      </p:sp>
      <p:cxnSp>
        <p:nvCxnSpPr>
          <p:cNvPr id="5" name="Rett linje 4">
            <a:extLst>
              <a:ext uri="{FF2B5EF4-FFF2-40B4-BE49-F238E27FC236}">
                <a16:creationId xmlns:a16="http://schemas.microsoft.com/office/drawing/2014/main" id="{BC6F8828-8DD2-CB34-874E-1F79AC1EB4D6}"/>
              </a:ext>
            </a:extLst>
          </p:cNvPr>
          <p:cNvCxnSpPr>
            <a:cxnSpLocks/>
          </p:cNvCxnSpPr>
          <p:nvPr userDrawn="1"/>
        </p:nvCxnSpPr>
        <p:spPr>
          <a:xfrm>
            <a:off x="0" y="6286500"/>
            <a:ext cx="1714498"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404956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kst + Bilde v2">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8B6B858-1627-2F89-8D94-97ABA1BD971E}"/>
              </a:ext>
            </a:extLst>
          </p:cNvPr>
          <p:cNvSpPr>
            <a:spLocks noGrp="1"/>
          </p:cNvSpPr>
          <p:nvPr>
            <p:ph type="title"/>
          </p:nvPr>
        </p:nvSpPr>
        <p:spPr>
          <a:xfrm>
            <a:off x="1142998" y="365125"/>
            <a:ext cx="4572006" cy="1325563"/>
          </a:xfrm>
        </p:spPr>
        <p:txBody>
          <a:bodyPr anchor="b" anchorCtr="0">
            <a:noAutofit/>
          </a:bodyPr>
          <a:lstStyle>
            <a:lvl1pPr>
              <a:defRPr sz="3400"/>
            </a:lvl1pPr>
          </a:lstStyle>
          <a:p>
            <a:r>
              <a:rPr lang="nb-NO"/>
              <a:t>Klikk for å redigere tittelstil</a:t>
            </a:r>
            <a:endParaRPr lang="nb-NO" dirty="0"/>
          </a:p>
        </p:txBody>
      </p:sp>
      <p:sp>
        <p:nvSpPr>
          <p:cNvPr id="3" name="Plassholder for innhold 2">
            <a:extLst>
              <a:ext uri="{FF2B5EF4-FFF2-40B4-BE49-F238E27FC236}">
                <a16:creationId xmlns:a16="http://schemas.microsoft.com/office/drawing/2014/main" id="{12D9A830-9F2E-40B0-1A4F-6CEBB24D915A}"/>
              </a:ext>
            </a:extLst>
          </p:cNvPr>
          <p:cNvSpPr>
            <a:spLocks noGrp="1"/>
          </p:cNvSpPr>
          <p:nvPr>
            <p:ph idx="1"/>
          </p:nvPr>
        </p:nvSpPr>
        <p:spPr>
          <a:xfrm>
            <a:off x="1142998" y="1825625"/>
            <a:ext cx="4572006" cy="435133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4" name="Plassholder for bilde 2">
            <a:extLst>
              <a:ext uri="{FF2B5EF4-FFF2-40B4-BE49-F238E27FC236}">
                <a16:creationId xmlns:a16="http://schemas.microsoft.com/office/drawing/2014/main" id="{13BDDCAF-C6B8-E944-A8A9-345077199D31}"/>
              </a:ext>
            </a:extLst>
          </p:cNvPr>
          <p:cNvSpPr>
            <a:spLocks noGrp="1"/>
          </p:cNvSpPr>
          <p:nvPr>
            <p:ph type="pic" idx="10"/>
          </p:nvPr>
        </p:nvSpPr>
        <p:spPr>
          <a:xfrm>
            <a:off x="6476998" y="1"/>
            <a:ext cx="5715002" cy="6857999"/>
          </a:xfrm>
          <a:solidFill>
            <a:schemeClr val="bg1">
              <a:lumMod val="95000"/>
            </a:schemeClr>
          </a:solidFill>
        </p:spPr>
        <p:txBody>
          <a:bodyPr/>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b-NO"/>
              <a:t>Klikk på ikonet for å legge til et bilde</a:t>
            </a:r>
            <a:endParaRPr lang="nb-NO" dirty="0"/>
          </a:p>
        </p:txBody>
      </p:sp>
      <p:cxnSp>
        <p:nvCxnSpPr>
          <p:cNvPr id="6" name="Rett linje 5">
            <a:extLst>
              <a:ext uri="{FF2B5EF4-FFF2-40B4-BE49-F238E27FC236}">
                <a16:creationId xmlns:a16="http://schemas.microsoft.com/office/drawing/2014/main" id="{1B81D4C2-E219-2BC7-96CF-C3A626E07EA0}"/>
              </a:ext>
            </a:extLst>
          </p:cNvPr>
          <p:cNvCxnSpPr>
            <a:cxnSpLocks/>
          </p:cNvCxnSpPr>
          <p:nvPr userDrawn="1"/>
        </p:nvCxnSpPr>
        <p:spPr>
          <a:xfrm>
            <a:off x="0" y="6286500"/>
            <a:ext cx="1714499"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cxnSp>
        <p:nvCxnSpPr>
          <p:cNvPr id="7" name="Rett linje 6">
            <a:extLst>
              <a:ext uri="{FF2B5EF4-FFF2-40B4-BE49-F238E27FC236}">
                <a16:creationId xmlns:a16="http://schemas.microsoft.com/office/drawing/2014/main" id="{22EE74B1-B605-0834-7B1A-45C0E3F1B2A0}"/>
              </a:ext>
            </a:extLst>
          </p:cNvPr>
          <p:cNvCxnSpPr>
            <a:cxnSpLocks/>
          </p:cNvCxnSpPr>
          <p:nvPr userDrawn="1"/>
        </p:nvCxnSpPr>
        <p:spPr>
          <a:xfrm rot="5400000">
            <a:off x="-285750" y="6000749"/>
            <a:ext cx="1714499"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0453458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kst + Faktaboks">
    <p:spTree>
      <p:nvGrpSpPr>
        <p:cNvPr id="1" name=""/>
        <p:cNvGrpSpPr/>
        <p:nvPr/>
      </p:nvGrpSpPr>
      <p:grpSpPr>
        <a:xfrm>
          <a:off x="0" y="0"/>
          <a:ext cx="0" cy="0"/>
          <a:chOff x="0" y="0"/>
          <a:chExt cx="0" cy="0"/>
        </a:xfrm>
      </p:grpSpPr>
      <p:sp>
        <p:nvSpPr>
          <p:cNvPr id="14" name="Rektangel 13">
            <a:extLst>
              <a:ext uri="{FF2B5EF4-FFF2-40B4-BE49-F238E27FC236}">
                <a16:creationId xmlns:a16="http://schemas.microsoft.com/office/drawing/2014/main" id="{77C354D8-A859-F03E-917F-D30816F73463}"/>
              </a:ext>
            </a:extLst>
          </p:cNvPr>
          <p:cNvSpPr/>
          <p:nvPr userDrawn="1"/>
        </p:nvSpPr>
        <p:spPr>
          <a:xfrm rot="16200000">
            <a:off x="6477002" y="1143000"/>
            <a:ext cx="6858000" cy="457199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tel 1">
            <a:extLst>
              <a:ext uri="{FF2B5EF4-FFF2-40B4-BE49-F238E27FC236}">
                <a16:creationId xmlns:a16="http://schemas.microsoft.com/office/drawing/2014/main" id="{8836EC2C-CFE2-5D9F-D0CE-AC7F1CC2D362}"/>
              </a:ext>
            </a:extLst>
          </p:cNvPr>
          <p:cNvSpPr>
            <a:spLocks noGrp="1"/>
          </p:cNvSpPr>
          <p:nvPr>
            <p:ph type="title"/>
          </p:nvPr>
        </p:nvSpPr>
        <p:spPr>
          <a:xfrm>
            <a:off x="1714498" y="365125"/>
            <a:ext cx="5335231" cy="1325563"/>
          </a:xfrm>
        </p:spPr>
        <p:txBody>
          <a:bodyPr>
            <a:noAutofit/>
          </a:bodyPr>
          <a:lstStyle/>
          <a:p>
            <a:r>
              <a:rPr lang="nb-NO"/>
              <a:t>Klikk for å redigere tittelstil</a:t>
            </a:r>
            <a:endParaRPr lang="nb-NO" dirty="0"/>
          </a:p>
        </p:txBody>
      </p:sp>
      <p:sp>
        <p:nvSpPr>
          <p:cNvPr id="3" name="Plassholder for tekst 2">
            <a:extLst>
              <a:ext uri="{FF2B5EF4-FFF2-40B4-BE49-F238E27FC236}">
                <a16:creationId xmlns:a16="http://schemas.microsoft.com/office/drawing/2014/main" id="{25F6F398-929E-F5C7-3490-BD8D0CEC0972}"/>
              </a:ext>
            </a:extLst>
          </p:cNvPr>
          <p:cNvSpPr>
            <a:spLocks noGrp="1"/>
          </p:cNvSpPr>
          <p:nvPr>
            <p:ph type="body" idx="1"/>
          </p:nvPr>
        </p:nvSpPr>
        <p:spPr>
          <a:xfrm>
            <a:off x="1714498" y="1681163"/>
            <a:ext cx="5335231" cy="708076"/>
          </a:xfrm>
        </p:spPr>
        <p:txBody>
          <a:bodyPr anchor="t" anchorCtr="0">
            <a:noAutofit/>
          </a:bodyPr>
          <a:lstStyle>
            <a:lvl1pPr marL="0" indent="0">
              <a:lnSpc>
                <a:spcPct val="80000"/>
              </a:lnSpc>
              <a:spcBef>
                <a:spcPts val="0"/>
              </a:spcBef>
              <a:buNone/>
              <a:defRPr sz="2600" b="0">
                <a:solidFill>
                  <a:schemeClr val="tx1"/>
                </a:solidFill>
                <a:latin typeface="Aptos Light"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E3248CE6-E295-9B51-909D-CFA5D94DEB4E}"/>
              </a:ext>
            </a:extLst>
          </p:cNvPr>
          <p:cNvSpPr>
            <a:spLocks noGrp="1"/>
          </p:cNvSpPr>
          <p:nvPr>
            <p:ph sz="half" idx="2"/>
          </p:nvPr>
        </p:nvSpPr>
        <p:spPr>
          <a:xfrm>
            <a:off x="1714498" y="2505075"/>
            <a:ext cx="5327858" cy="368458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5" name="Plassholder for tekst 4">
            <a:extLst>
              <a:ext uri="{FF2B5EF4-FFF2-40B4-BE49-F238E27FC236}">
                <a16:creationId xmlns:a16="http://schemas.microsoft.com/office/drawing/2014/main" id="{9E9C3519-6B4B-F4D9-F973-6811033A16B9}"/>
              </a:ext>
            </a:extLst>
          </p:cNvPr>
          <p:cNvSpPr>
            <a:spLocks noGrp="1"/>
          </p:cNvSpPr>
          <p:nvPr>
            <p:ph type="body" sz="quarter" idx="3"/>
          </p:nvPr>
        </p:nvSpPr>
        <p:spPr>
          <a:xfrm>
            <a:off x="8197644" y="876250"/>
            <a:ext cx="3416712" cy="708076"/>
          </a:xfrm>
        </p:spPr>
        <p:txBody>
          <a:bodyPr anchor="b" anchorCtr="0">
            <a:noAutofit/>
          </a:bodyPr>
          <a:lstStyle>
            <a:lvl1pPr marL="0" indent="0">
              <a:lnSpc>
                <a:spcPct val="80000"/>
              </a:lnSpc>
              <a:spcBef>
                <a:spcPts val="0"/>
              </a:spcBef>
              <a:buNone/>
              <a:defRPr sz="2600" b="0">
                <a:solidFill>
                  <a:schemeClr val="accent1"/>
                </a:solidFill>
                <a:latin typeface="Aptos SemiBold"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EEDF7D31-FDBC-6DA9-D756-17581CF74214}"/>
              </a:ext>
            </a:extLst>
          </p:cNvPr>
          <p:cNvSpPr>
            <a:spLocks noGrp="1"/>
          </p:cNvSpPr>
          <p:nvPr>
            <p:ph sz="quarter" idx="4"/>
          </p:nvPr>
        </p:nvSpPr>
        <p:spPr>
          <a:xfrm>
            <a:off x="8197644" y="1681163"/>
            <a:ext cx="3416712" cy="3800424"/>
          </a:xfrm>
        </p:spPr>
        <p:txBody>
          <a:bodyPr>
            <a:noAutofit/>
          </a:bodyPr>
          <a:lstStyle>
            <a:lvl1pPr>
              <a:defRPr sz="2000"/>
            </a:lvl1pPr>
            <a:lvl2pPr>
              <a:defRPr sz="2000"/>
            </a:lvl2pPr>
            <a:lvl3pPr>
              <a:defRPr sz="2000"/>
            </a:lvl3pPr>
            <a:lvl4pPr>
              <a:defRPr sz="2000"/>
            </a:lvl4pPr>
            <a:lvl5pPr>
              <a:defRPr sz="2000"/>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7" name="Rektangel 6">
            <a:extLst>
              <a:ext uri="{FF2B5EF4-FFF2-40B4-BE49-F238E27FC236}">
                <a16:creationId xmlns:a16="http://schemas.microsoft.com/office/drawing/2014/main" id="{081CF348-DC61-604A-7B82-A48FBB453BD4}"/>
              </a:ext>
            </a:extLst>
          </p:cNvPr>
          <p:cNvSpPr/>
          <p:nvPr userDrawn="1"/>
        </p:nvSpPr>
        <p:spPr>
          <a:xfrm rot="16200000">
            <a:off x="-2857500" y="2857500"/>
            <a:ext cx="6858000" cy="1143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ktangel 7">
            <a:extLst>
              <a:ext uri="{FF2B5EF4-FFF2-40B4-BE49-F238E27FC236}">
                <a16:creationId xmlns:a16="http://schemas.microsoft.com/office/drawing/2014/main" id="{879F9A06-D184-7E42-9B1D-BF5E7F4A1948}"/>
              </a:ext>
            </a:extLst>
          </p:cNvPr>
          <p:cNvSpPr/>
          <p:nvPr userDrawn="1"/>
        </p:nvSpPr>
        <p:spPr>
          <a:xfrm rot="16200000">
            <a:off x="-1143003" y="1143000"/>
            <a:ext cx="3429002" cy="1143000"/>
          </a:xfrm>
          <a:prstGeom prst="rect">
            <a:avLst/>
          </a:prstGeom>
          <a:solidFill>
            <a:srgbClr val="EAEB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9" name="Rett linje 8">
            <a:extLst>
              <a:ext uri="{FF2B5EF4-FFF2-40B4-BE49-F238E27FC236}">
                <a16:creationId xmlns:a16="http://schemas.microsoft.com/office/drawing/2014/main" id="{DDBBFE9E-C9E8-FA5A-58CA-BC7254B8C28D}"/>
              </a:ext>
            </a:extLst>
          </p:cNvPr>
          <p:cNvCxnSpPr>
            <a:cxnSpLocks/>
          </p:cNvCxnSpPr>
          <p:nvPr userDrawn="1"/>
        </p:nvCxnSpPr>
        <p:spPr>
          <a:xfrm>
            <a:off x="0" y="6286500"/>
            <a:ext cx="1142998"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cxnSp>
        <p:nvCxnSpPr>
          <p:cNvPr id="18" name="Rett linje 17">
            <a:extLst>
              <a:ext uri="{FF2B5EF4-FFF2-40B4-BE49-F238E27FC236}">
                <a16:creationId xmlns:a16="http://schemas.microsoft.com/office/drawing/2014/main" id="{E8ED61DE-ED30-251B-5E32-BBC4E5B6BF91}"/>
              </a:ext>
            </a:extLst>
          </p:cNvPr>
          <p:cNvCxnSpPr>
            <a:cxnSpLocks/>
          </p:cNvCxnSpPr>
          <p:nvPr userDrawn="1"/>
        </p:nvCxnSpPr>
        <p:spPr>
          <a:xfrm>
            <a:off x="7620002" y="6286500"/>
            <a:ext cx="4571998"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4043519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kst + Faktaboks v2">
    <p:spTree>
      <p:nvGrpSpPr>
        <p:cNvPr id="1" name=""/>
        <p:cNvGrpSpPr/>
        <p:nvPr/>
      </p:nvGrpSpPr>
      <p:grpSpPr>
        <a:xfrm>
          <a:off x="0" y="0"/>
          <a:ext cx="0" cy="0"/>
          <a:chOff x="0" y="0"/>
          <a:chExt cx="0" cy="0"/>
        </a:xfrm>
      </p:grpSpPr>
      <p:sp>
        <p:nvSpPr>
          <p:cNvPr id="14" name="Rektangel 13">
            <a:extLst>
              <a:ext uri="{FF2B5EF4-FFF2-40B4-BE49-F238E27FC236}">
                <a16:creationId xmlns:a16="http://schemas.microsoft.com/office/drawing/2014/main" id="{77C354D8-A859-F03E-917F-D30816F73463}"/>
              </a:ext>
            </a:extLst>
          </p:cNvPr>
          <p:cNvSpPr/>
          <p:nvPr userDrawn="1"/>
        </p:nvSpPr>
        <p:spPr>
          <a:xfrm rot="16200000">
            <a:off x="6477002" y="1143000"/>
            <a:ext cx="6858000" cy="457199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tel 1">
            <a:extLst>
              <a:ext uri="{FF2B5EF4-FFF2-40B4-BE49-F238E27FC236}">
                <a16:creationId xmlns:a16="http://schemas.microsoft.com/office/drawing/2014/main" id="{8836EC2C-CFE2-5D9F-D0CE-AC7F1CC2D362}"/>
              </a:ext>
            </a:extLst>
          </p:cNvPr>
          <p:cNvSpPr>
            <a:spLocks noGrp="1"/>
          </p:cNvSpPr>
          <p:nvPr>
            <p:ph type="title"/>
          </p:nvPr>
        </p:nvSpPr>
        <p:spPr>
          <a:xfrm>
            <a:off x="1142998" y="365125"/>
            <a:ext cx="5906731" cy="1325563"/>
          </a:xfrm>
        </p:spPr>
        <p:txBody>
          <a:bodyPr>
            <a:noAutofit/>
          </a:bodyPr>
          <a:lstStyle/>
          <a:p>
            <a:r>
              <a:rPr lang="nb-NO"/>
              <a:t>Klikk for å redigere tittelstil</a:t>
            </a:r>
            <a:endParaRPr lang="nb-NO" dirty="0"/>
          </a:p>
        </p:txBody>
      </p:sp>
      <p:sp>
        <p:nvSpPr>
          <p:cNvPr id="3" name="Plassholder for tekst 2">
            <a:extLst>
              <a:ext uri="{FF2B5EF4-FFF2-40B4-BE49-F238E27FC236}">
                <a16:creationId xmlns:a16="http://schemas.microsoft.com/office/drawing/2014/main" id="{25F6F398-929E-F5C7-3490-BD8D0CEC0972}"/>
              </a:ext>
            </a:extLst>
          </p:cNvPr>
          <p:cNvSpPr>
            <a:spLocks noGrp="1"/>
          </p:cNvSpPr>
          <p:nvPr>
            <p:ph type="body" idx="1"/>
          </p:nvPr>
        </p:nvSpPr>
        <p:spPr>
          <a:xfrm>
            <a:off x="1142998" y="1681163"/>
            <a:ext cx="5906731" cy="708076"/>
          </a:xfrm>
        </p:spPr>
        <p:txBody>
          <a:bodyPr anchor="t" anchorCtr="0">
            <a:noAutofit/>
          </a:bodyPr>
          <a:lstStyle>
            <a:lvl1pPr marL="0" indent="0">
              <a:lnSpc>
                <a:spcPct val="80000"/>
              </a:lnSpc>
              <a:spcBef>
                <a:spcPts val="0"/>
              </a:spcBef>
              <a:buNone/>
              <a:defRPr sz="2600" b="0">
                <a:solidFill>
                  <a:schemeClr val="tx1"/>
                </a:solidFill>
                <a:latin typeface="Aptos Light"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E3248CE6-E295-9B51-909D-CFA5D94DEB4E}"/>
              </a:ext>
            </a:extLst>
          </p:cNvPr>
          <p:cNvSpPr>
            <a:spLocks noGrp="1"/>
          </p:cNvSpPr>
          <p:nvPr>
            <p:ph sz="half" idx="2"/>
          </p:nvPr>
        </p:nvSpPr>
        <p:spPr>
          <a:xfrm>
            <a:off x="1143788" y="2505075"/>
            <a:ext cx="5898568" cy="368458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5" name="Plassholder for tekst 4">
            <a:extLst>
              <a:ext uri="{FF2B5EF4-FFF2-40B4-BE49-F238E27FC236}">
                <a16:creationId xmlns:a16="http://schemas.microsoft.com/office/drawing/2014/main" id="{9E9C3519-6B4B-F4D9-F973-6811033A16B9}"/>
              </a:ext>
            </a:extLst>
          </p:cNvPr>
          <p:cNvSpPr>
            <a:spLocks noGrp="1"/>
          </p:cNvSpPr>
          <p:nvPr>
            <p:ph type="body" sz="quarter" idx="3"/>
          </p:nvPr>
        </p:nvSpPr>
        <p:spPr>
          <a:xfrm>
            <a:off x="8197644" y="876250"/>
            <a:ext cx="3416712" cy="708076"/>
          </a:xfrm>
        </p:spPr>
        <p:txBody>
          <a:bodyPr anchor="b" anchorCtr="0">
            <a:noAutofit/>
          </a:bodyPr>
          <a:lstStyle>
            <a:lvl1pPr marL="0" indent="0">
              <a:lnSpc>
                <a:spcPct val="80000"/>
              </a:lnSpc>
              <a:spcBef>
                <a:spcPts val="0"/>
              </a:spcBef>
              <a:buNone/>
              <a:defRPr sz="2600" b="0">
                <a:solidFill>
                  <a:schemeClr val="accent1"/>
                </a:solidFill>
                <a:latin typeface="Aptos SemiBold"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EEDF7D31-FDBC-6DA9-D756-17581CF74214}"/>
              </a:ext>
            </a:extLst>
          </p:cNvPr>
          <p:cNvSpPr>
            <a:spLocks noGrp="1"/>
          </p:cNvSpPr>
          <p:nvPr>
            <p:ph sz="quarter" idx="4"/>
          </p:nvPr>
        </p:nvSpPr>
        <p:spPr>
          <a:xfrm>
            <a:off x="8197644" y="1681163"/>
            <a:ext cx="3416712" cy="3684588"/>
          </a:xfrm>
        </p:spPr>
        <p:txBody>
          <a:bodyPr>
            <a:noAutofit/>
          </a:bodyPr>
          <a:lstStyle>
            <a:lvl1pPr>
              <a:defRPr sz="2000"/>
            </a:lvl1pPr>
            <a:lvl2pPr>
              <a:defRPr sz="2000"/>
            </a:lvl2pPr>
            <a:lvl3pPr>
              <a:defRPr sz="2000"/>
            </a:lvl3pPr>
            <a:lvl4pPr>
              <a:defRPr sz="2000"/>
            </a:lvl4pPr>
            <a:lvl5pPr>
              <a:defRPr sz="2000"/>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cxnSp>
        <p:nvCxnSpPr>
          <p:cNvPr id="9" name="Rett linje 8">
            <a:extLst>
              <a:ext uri="{FF2B5EF4-FFF2-40B4-BE49-F238E27FC236}">
                <a16:creationId xmlns:a16="http://schemas.microsoft.com/office/drawing/2014/main" id="{DDBBFE9E-C9E8-FA5A-58CA-BC7254B8C28D}"/>
              </a:ext>
            </a:extLst>
          </p:cNvPr>
          <p:cNvCxnSpPr>
            <a:cxnSpLocks/>
          </p:cNvCxnSpPr>
          <p:nvPr userDrawn="1"/>
        </p:nvCxnSpPr>
        <p:spPr>
          <a:xfrm>
            <a:off x="0" y="6286500"/>
            <a:ext cx="1714499"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cxnSp>
        <p:nvCxnSpPr>
          <p:cNvPr id="16" name="Rett linje 15">
            <a:extLst>
              <a:ext uri="{FF2B5EF4-FFF2-40B4-BE49-F238E27FC236}">
                <a16:creationId xmlns:a16="http://schemas.microsoft.com/office/drawing/2014/main" id="{B3B8E89F-4806-AD0B-1712-2CEF707A7A37}"/>
              </a:ext>
            </a:extLst>
          </p:cNvPr>
          <p:cNvCxnSpPr>
            <a:cxnSpLocks/>
          </p:cNvCxnSpPr>
          <p:nvPr userDrawn="1"/>
        </p:nvCxnSpPr>
        <p:spPr>
          <a:xfrm rot="5400000">
            <a:off x="-285750" y="6000749"/>
            <a:ext cx="1714499"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1078055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C122B69-174C-C100-B86A-6FF038D53289}"/>
              </a:ext>
            </a:extLst>
          </p:cNvPr>
          <p:cNvSpPr>
            <a:spLocks noGrp="1"/>
          </p:cNvSpPr>
          <p:nvPr>
            <p:ph type="title"/>
          </p:nvPr>
        </p:nvSpPr>
        <p:spPr>
          <a:xfrm>
            <a:off x="1710809" y="365125"/>
            <a:ext cx="9338189" cy="1325563"/>
          </a:xfrm>
        </p:spPr>
        <p:txBody>
          <a:bodyPr/>
          <a:lstStyle/>
          <a:p>
            <a:r>
              <a:rPr lang="nb-NO"/>
              <a:t>Klikk for å redigere tittelstil</a:t>
            </a:r>
            <a:endParaRPr lang="nb-NO" dirty="0"/>
          </a:p>
        </p:txBody>
      </p:sp>
      <p:sp>
        <p:nvSpPr>
          <p:cNvPr id="3" name="Plassholder for innhold 2">
            <a:extLst>
              <a:ext uri="{FF2B5EF4-FFF2-40B4-BE49-F238E27FC236}">
                <a16:creationId xmlns:a16="http://schemas.microsoft.com/office/drawing/2014/main" id="{C79FAA85-E664-73DD-2773-D4DEA0FA8284}"/>
              </a:ext>
            </a:extLst>
          </p:cNvPr>
          <p:cNvSpPr>
            <a:spLocks noGrp="1"/>
          </p:cNvSpPr>
          <p:nvPr>
            <p:ph sz="half" idx="1"/>
          </p:nvPr>
        </p:nvSpPr>
        <p:spPr>
          <a:xfrm>
            <a:off x="1710809" y="1825625"/>
            <a:ext cx="4372495"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4" name="Plassholder for innhold 3">
            <a:extLst>
              <a:ext uri="{FF2B5EF4-FFF2-40B4-BE49-F238E27FC236}">
                <a16:creationId xmlns:a16="http://schemas.microsoft.com/office/drawing/2014/main" id="{11BF321A-4437-737B-0F24-AB1CB2A83594}"/>
              </a:ext>
            </a:extLst>
          </p:cNvPr>
          <p:cNvSpPr>
            <a:spLocks noGrp="1"/>
          </p:cNvSpPr>
          <p:nvPr>
            <p:ph sz="half" idx="2"/>
          </p:nvPr>
        </p:nvSpPr>
        <p:spPr>
          <a:xfrm>
            <a:off x="6676504" y="1825625"/>
            <a:ext cx="4372495"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5" name="Rektangel 4">
            <a:extLst>
              <a:ext uri="{FF2B5EF4-FFF2-40B4-BE49-F238E27FC236}">
                <a16:creationId xmlns:a16="http://schemas.microsoft.com/office/drawing/2014/main" id="{B6C6D6E3-A5D4-5902-14A9-342CCE7A8ACA}"/>
              </a:ext>
            </a:extLst>
          </p:cNvPr>
          <p:cNvSpPr/>
          <p:nvPr userDrawn="1"/>
        </p:nvSpPr>
        <p:spPr>
          <a:xfrm rot="16200000">
            <a:off x="-2857500" y="2857500"/>
            <a:ext cx="6858000" cy="1143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6" name="Rektangel 5">
            <a:extLst>
              <a:ext uri="{FF2B5EF4-FFF2-40B4-BE49-F238E27FC236}">
                <a16:creationId xmlns:a16="http://schemas.microsoft.com/office/drawing/2014/main" id="{AE7DEEE9-36A7-406E-1733-EECB9DCB0871}"/>
              </a:ext>
            </a:extLst>
          </p:cNvPr>
          <p:cNvSpPr/>
          <p:nvPr userDrawn="1"/>
        </p:nvSpPr>
        <p:spPr>
          <a:xfrm rot="16200000">
            <a:off x="-576265" y="576262"/>
            <a:ext cx="2295525" cy="1143000"/>
          </a:xfrm>
          <a:prstGeom prst="rect">
            <a:avLst/>
          </a:prstGeom>
          <a:solidFill>
            <a:srgbClr val="EAEB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348244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o innholdsdeler v2">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C122B69-174C-C100-B86A-6FF038D53289}"/>
              </a:ext>
            </a:extLst>
          </p:cNvPr>
          <p:cNvSpPr>
            <a:spLocks noGrp="1"/>
          </p:cNvSpPr>
          <p:nvPr>
            <p:ph type="title"/>
          </p:nvPr>
        </p:nvSpPr>
        <p:spPr/>
        <p:txBody>
          <a:bodyPr/>
          <a:lstStyle/>
          <a:p>
            <a:r>
              <a:rPr lang="nb-NO"/>
              <a:t>Klikk for å redigere tittelstil</a:t>
            </a:r>
            <a:endParaRPr lang="nb-NO" dirty="0"/>
          </a:p>
        </p:txBody>
      </p:sp>
      <p:sp>
        <p:nvSpPr>
          <p:cNvPr id="3" name="Plassholder for innhold 2">
            <a:extLst>
              <a:ext uri="{FF2B5EF4-FFF2-40B4-BE49-F238E27FC236}">
                <a16:creationId xmlns:a16="http://schemas.microsoft.com/office/drawing/2014/main" id="{C79FAA85-E664-73DD-2773-D4DEA0FA8284}"/>
              </a:ext>
            </a:extLst>
          </p:cNvPr>
          <p:cNvSpPr>
            <a:spLocks noGrp="1"/>
          </p:cNvSpPr>
          <p:nvPr>
            <p:ph sz="half" idx="1"/>
          </p:nvPr>
        </p:nvSpPr>
        <p:spPr>
          <a:xfrm>
            <a:off x="1143000" y="1825625"/>
            <a:ext cx="4638365"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4" name="Plassholder for innhold 3">
            <a:extLst>
              <a:ext uri="{FF2B5EF4-FFF2-40B4-BE49-F238E27FC236}">
                <a16:creationId xmlns:a16="http://schemas.microsoft.com/office/drawing/2014/main" id="{11BF321A-4437-737B-0F24-AB1CB2A83594}"/>
              </a:ext>
            </a:extLst>
          </p:cNvPr>
          <p:cNvSpPr>
            <a:spLocks noGrp="1"/>
          </p:cNvSpPr>
          <p:nvPr>
            <p:ph sz="half" idx="2"/>
          </p:nvPr>
        </p:nvSpPr>
        <p:spPr>
          <a:xfrm>
            <a:off x="6410634" y="1825625"/>
            <a:ext cx="4638365"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cxnSp>
        <p:nvCxnSpPr>
          <p:cNvPr id="11" name="Rett linje 10">
            <a:extLst>
              <a:ext uri="{FF2B5EF4-FFF2-40B4-BE49-F238E27FC236}">
                <a16:creationId xmlns:a16="http://schemas.microsoft.com/office/drawing/2014/main" id="{BD1BC589-7921-BB3F-BF0C-47011D215143}"/>
              </a:ext>
            </a:extLst>
          </p:cNvPr>
          <p:cNvCxnSpPr>
            <a:cxnSpLocks/>
          </p:cNvCxnSpPr>
          <p:nvPr userDrawn="1"/>
        </p:nvCxnSpPr>
        <p:spPr>
          <a:xfrm>
            <a:off x="10477501" y="571499"/>
            <a:ext cx="1714499"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cxnSp>
        <p:nvCxnSpPr>
          <p:cNvPr id="12" name="Rett linje 11">
            <a:extLst>
              <a:ext uri="{FF2B5EF4-FFF2-40B4-BE49-F238E27FC236}">
                <a16:creationId xmlns:a16="http://schemas.microsoft.com/office/drawing/2014/main" id="{09728F25-52CC-99CF-A25F-F7067E6FD4CE}"/>
              </a:ext>
            </a:extLst>
          </p:cNvPr>
          <p:cNvCxnSpPr>
            <a:cxnSpLocks/>
          </p:cNvCxnSpPr>
          <p:nvPr userDrawn="1"/>
        </p:nvCxnSpPr>
        <p:spPr>
          <a:xfrm rot="5400000">
            <a:off x="10766939" y="857251"/>
            <a:ext cx="1714499"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1799702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o innholdsdeler med mellomtitt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836EC2C-CFE2-5D9F-D0CE-AC7F1CC2D362}"/>
              </a:ext>
            </a:extLst>
          </p:cNvPr>
          <p:cNvSpPr>
            <a:spLocks noGrp="1"/>
          </p:cNvSpPr>
          <p:nvPr>
            <p:ph type="title"/>
          </p:nvPr>
        </p:nvSpPr>
        <p:spPr>
          <a:xfrm>
            <a:off x="1721872" y="365125"/>
            <a:ext cx="9322930" cy="1325563"/>
          </a:xfrm>
        </p:spPr>
        <p:txBody>
          <a:bodyPr>
            <a:noAutofit/>
          </a:bodyPr>
          <a:lstStyle/>
          <a:p>
            <a:r>
              <a:rPr lang="nb-NO"/>
              <a:t>Klikk for å redigere tittelstil</a:t>
            </a:r>
            <a:endParaRPr lang="nb-NO" dirty="0"/>
          </a:p>
        </p:txBody>
      </p:sp>
      <p:sp>
        <p:nvSpPr>
          <p:cNvPr id="3" name="Plassholder for tekst 2">
            <a:extLst>
              <a:ext uri="{FF2B5EF4-FFF2-40B4-BE49-F238E27FC236}">
                <a16:creationId xmlns:a16="http://schemas.microsoft.com/office/drawing/2014/main" id="{25F6F398-929E-F5C7-3490-BD8D0CEC0972}"/>
              </a:ext>
            </a:extLst>
          </p:cNvPr>
          <p:cNvSpPr>
            <a:spLocks noGrp="1"/>
          </p:cNvSpPr>
          <p:nvPr>
            <p:ph type="body" idx="1"/>
          </p:nvPr>
        </p:nvSpPr>
        <p:spPr>
          <a:xfrm>
            <a:off x="1715158" y="1681163"/>
            <a:ext cx="4370455" cy="708076"/>
          </a:xfrm>
        </p:spPr>
        <p:txBody>
          <a:bodyPr anchor="b">
            <a:noAutofit/>
          </a:bodyPr>
          <a:lstStyle>
            <a:lvl1pPr marL="0" indent="0">
              <a:lnSpc>
                <a:spcPct val="80000"/>
              </a:lnSpc>
              <a:spcBef>
                <a:spcPts val="0"/>
              </a:spcBef>
              <a:buNone/>
              <a:defRPr sz="2600" b="0">
                <a:solidFill>
                  <a:schemeClr val="accent1"/>
                </a:solidFill>
                <a:latin typeface="Aptos SemiBold"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E3248CE6-E295-9B51-909D-CFA5D94DEB4E}"/>
              </a:ext>
            </a:extLst>
          </p:cNvPr>
          <p:cNvSpPr>
            <a:spLocks noGrp="1"/>
          </p:cNvSpPr>
          <p:nvPr>
            <p:ph sz="half" idx="2"/>
          </p:nvPr>
        </p:nvSpPr>
        <p:spPr>
          <a:xfrm>
            <a:off x="1715158" y="2505075"/>
            <a:ext cx="4370455" cy="368458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5" name="Plassholder for tekst 4">
            <a:extLst>
              <a:ext uri="{FF2B5EF4-FFF2-40B4-BE49-F238E27FC236}">
                <a16:creationId xmlns:a16="http://schemas.microsoft.com/office/drawing/2014/main" id="{9E9C3519-6B4B-F4D9-F973-6811033A16B9}"/>
              </a:ext>
            </a:extLst>
          </p:cNvPr>
          <p:cNvSpPr>
            <a:spLocks noGrp="1"/>
          </p:cNvSpPr>
          <p:nvPr>
            <p:ph type="body" sz="quarter" idx="3"/>
          </p:nvPr>
        </p:nvSpPr>
        <p:spPr>
          <a:xfrm>
            <a:off x="6668177" y="1681163"/>
            <a:ext cx="4373448" cy="708076"/>
          </a:xfrm>
        </p:spPr>
        <p:txBody>
          <a:bodyPr anchor="b">
            <a:noAutofit/>
          </a:bodyPr>
          <a:lstStyle>
            <a:lvl1pPr marL="0" indent="0">
              <a:lnSpc>
                <a:spcPct val="80000"/>
              </a:lnSpc>
              <a:spcBef>
                <a:spcPts val="0"/>
              </a:spcBef>
              <a:buNone/>
              <a:defRPr sz="2600" b="0">
                <a:solidFill>
                  <a:schemeClr val="accent1"/>
                </a:solidFill>
                <a:latin typeface="Aptos SemiBold"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EEDF7D31-FDBC-6DA9-D756-17581CF74214}"/>
              </a:ext>
            </a:extLst>
          </p:cNvPr>
          <p:cNvSpPr>
            <a:spLocks noGrp="1"/>
          </p:cNvSpPr>
          <p:nvPr>
            <p:ph sz="quarter" idx="4"/>
          </p:nvPr>
        </p:nvSpPr>
        <p:spPr>
          <a:xfrm>
            <a:off x="6668177" y="2505075"/>
            <a:ext cx="4373448" cy="368458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7" name="Rektangel 6">
            <a:extLst>
              <a:ext uri="{FF2B5EF4-FFF2-40B4-BE49-F238E27FC236}">
                <a16:creationId xmlns:a16="http://schemas.microsoft.com/office/drawing/2014/main" id="{26119142-75AD-6648-3A5C-8F0D17D3E193}"/>
              </a:ext>
            </a:extLst>
          </p:cNvPr>
          <p:cNvSpPr/>
          <p:nvPr userDrawn="1"/>
        </p:nvSpPr>
        <p:spPr>
          <a:xfrm rot="16200000">
            <a:off x="-2857500" y="2857500"/>
            <a:ext cx="6858000" cy="1143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ktangel 7">
            <a:extLst>
              <a:ext uri="{FF2B5EF4-FFF2-40B4-BE49-F238E27FC236}">
                <a16:creationId xmlns:a16="http://schemas.microsoft.com/office/drawing/2014/main" id="{3E225250-65F4-61D8-3EFC-F28D79C18EEF}"/>
              </a:ext>
            </a:extLst>
          </p:cNvPr>
          <p:cNvSpPr/>
          <p:nvPr userDrawn="1"/>
        </p:nvSpPr>
        <p:spPr>
          <a:xfrm rot="16200000">
            <a:off x="-576265" y="5138738"/>
            <a:ext cx="2295525" cy="1143000"/>
          </a:xfrm>
          <a:prstGeom prst="rect">
            <a:avLst/>
          </a:prstGeom>
          <a:solidFill>
            <a:srgbClr val="EAEB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1850738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 innholdsdeler med mellomtittler v2">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836EC2C-CFE2-5D9F-D0CE-AC7F1CC2D362}"/>
              </a:ext>
            </a:extLst>
          </p:cNvPr>
          <p:cNvSpPr>
            <a:spLocks noGrp="1"/>
          </p:cNvSpPr>
          <p:nvPr>
            <p:ph type="title"/>
          </p:nvPr>
        </p:nvSpPr>
        <p:spPr>
          <a:xfrm>
            <a:off x="1150374" y="365125"/>
            <a:ext cx="9894428" cy="1325563"/>
          </a:xfrm>
        </p:spPr>
        <p:txBody>
          <a:bodyPr>
            <a:noAutofit/>
          </a:bodyPr>
          <a:lstStyle/>
          <a:p>
            <a:r>
              <a:rPr lang="nb-NO"/>
              <a:t>Klikk for å redigere tittelstil</a:t>
            </a:r>
            <a:endParaRPr lang="nb-NO" dirty="0"/>
          </a:p>
        </p:txBody>
      </p:sp>
      <p:sp>
        <p:nvSpPr>
          <p:cNvPr id="3" name="Plassholder for tekst 2">
            <a:extLst>
              <a:ext uri="{FF2B5EF4-FFF2-40B4-BE49-F238E27FC236}">
                <a16:creationId xmlns:a16="http://schemas.microsoft.com/office/drawing/2014/main" id="{25F6F398-929E-F5C7-3490-BD8D0CEC0972}"/>
              </a:ext>
            </a:extLst>
          </p:cNvPr>
          <p:cNvSpPr>
            <a:spLocks noGrp="1"/>
          </p:cNvSpPr>
          <p:nvPr>
            <p:ph type="body" idx="1"/>
          </p:nvPr>
        </p:nvSpPr>
        <p:spPr>
          <a:xfrm>
            <a:off x="1150374" y="1681163"/>
            <a:ext cx="4638365" cy="708076"/>
          </a:xfrm>
        </p:spPr>
        <p:txBody>
          <a:bodyPr anchor="b">
            <a:noAutofit/>
          </a:bodyPr>
          <a:lstStyle>
            <a:lvl1pPr marL="0" indent="0">
              <a:lnSpc>
                <a:spcPct val="80000"/>
              </a:lnSpc>
              <a:spcBef>
                <a:spcPts val="0"/>
              </a:spcBef>
              <a:buNone/>
              <a:defRPr sz="2600" b="0">
                <a:solidFill>
                  <a:schemeClr val="accent1"/>
                </a:solidFill>
                <a:latin typeface="Aptos SemiBold"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E3248CE6-E295-9B51-909D-CFA5D94DEB4E}"/>
              </a:ext>
            </a:extLst>
          </p:cNvPr>
          <p:cNvSpPr>
            <a:spLocks noGrp="1"/>
          </p:cNvSpPr>
          <p:nvPr>
            <p:ph sz="half" idx="2"/>
          </p:nvPr>
        </p:nvSpPr>
        <p:spPr>
          <a:xfrm>
            <a:off x="1150374" y="2505075"/>
            <a:ext cx="4638365" cy="368458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5" name="Plassholder for tekst 4">
            <a:extLst>
              <a:ext uri="{FF2B5EF4-FFF2-40B4-BE49-F238E27FC236}">
                <a16:creationId xmlns:a16="http://schemas.microsoft.com/office/drawing/2014/main" id="{9E9C3519-6B4B-F4D9-F973-6811033A16B9}"/>
              </a:ext>
            </a:extLst>
          </p:cNvPr>
          <p:cNvSpPr>
            <a:spLocks noGrp="1"/>
          </p:cNvSpPr>
          <p:nvPr>
            <p:ph type="body" sz="quarter" idx="3"/>
          </p:nvPr>
        </p:nvSpPr>
        <p:spPr>
          <a:xfrm>
            <a:off x="6400084" y="1681163"/>
            <a:ext cx="4641541" cy="708076"/>
          </a:xfrm>
        </p:spPr>
        <p:txBody>
          <a:bodyPr anchor="b">
            <a:noAutofit/>
          </a:bodyPr>
          <a:lstStyle>
            <a:lvl1pPr marL="0" indent="0">
              <a:lnSpc>
                <a:spcPct val="80000"/>
              </a:lnSpc>
              <a:spcBef>
                <a:spcPts val="0"/>
              </a:spcBef>
              <a:buNone/>
              <a:defRPr sz="2600" b="0">
                <a:solidFill>
                  <a:schemeClr val="accent1"/>
                </a:solidFill>
                <a:latin typeface="Aptos SemiBold"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EEDF7D31-FDBC-6DA9-D756-17581CF74214}"/>
              </a:ext>
            </a:extLst>
          </p:cNvPr>
          <p:cNvSpPr>
            <a:spLocks noGrp="1"/>
          </p:cNvSpPr>
          <p:nvPr>
            <p:ph sz="quarter" idx="4"/>
          </p:nvPr>
        </p:nvSpPr>
        <p:spPr>
          <a:xfrm>
            <a:off x="6400084" y="2505075"/>
            <a:ext cx="4641541" cy="368458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cxnSp>
        <p:nvCxnSpPr>
          <p:cNvPr id="13" name="Rett linje 12">
            <a:extLst>
              <a:ext uri="{FF2B5EF4-FFF2-40B4-BE49-F238E27FC236}">
                <a16:creationId xmlns:a16="http://schemas.microsoft.com/office/drawing/2014/main" id="{C4319EDA-71E5-7D0F-85CD-2D8A94C959F9}"/>
              </a:ext>
            </a:extLst>
          </p:cNvPr>
          <p:cNvCxnSpPr>
            <a:cxnSpLocks/>
          </p:cNvCxnSpPr>
          <p:nvPr userDrawn="1"/>
        </p:nvCxnSpPr>
        <p:spPr>
          <a:xfrm>
            <a:off x="11624189" y="1"/>
            <a:ext cx="0" cy="3429001"/>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4164583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o innholdsdeler - Liten og sto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C122B69-174C-C100-B86A-6FF038D53289}"/>
              </a:ext>
            </a:extLst>
          </p:cNvPr>
          <p:cNvSpPr>
            <a:spLocks noGrp="1"/>
          </p:cNvSpPr>
          <p:nvPr>
            <p:ph type="title"/>
          </p:nvPr>
        </p:nvSpPr>
        <p:spPr/>
        <p:txBody>
          <a:bodyPr/>
          <a:lstStyle/>
          <a:p>
            <a:r>
              <a:rPr lang="nb-NO"/>
              <a:t>Klikk for å redigere tittelstil</a:t>
            </a:r>
            <a:endParaRPr lang="nb-NO" dirty="0"/>
          </a:p>
        </p:txBody>
      </p:sp>
      <p:sp>
        <p:nvSpPr>
          <p:cNvPr id="3" name="Plassholder for innhold 2">
            <a:extLst>
              <a:ext uri="{FF2B5EF4-FFF2-40B4-BE49-F238E27FC236}">
                <a16:creationId xmlns:a16="http://schemas.microsoft.com/office/drawing/2014/main" id="{C79FAA85-E664-73DD-2773-D4DEA0FA8284}"/>
              </a:ext>
            </a:extLst>
          </p:cNvPr>
          <p:cNvSpPr>
            <a:spLocks noGrp="1"/>
          </p:cNvSpPr>
          <p:nvPr>
            <p:ph sz="half" idx="1"/>
          </p:nvPr>
        </p:nvSpPr>
        <p:spPr>
          <a:xfrm>
            <a:off x="1143001" y="1825625"/>
            <a:ext cx="3222522"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4" name="Plassholder for innhold 3">
            <a:extLst>
              <a:ext uri="{FF2B5EF4-FFF2-40B4-BE49-F238E27FC236}">
                <a16:creationId xmlns:a16="http://schemas.microsoft.com/office/drawing/2014/main" id="{11BF321A-4437-737B-0F24-AB1CB2A83594}"/>
              </a:ext>
            </a:extLst>
          </p:cNvPr>
          <p:cNvSpPr>
            <a:spLocks noGrp="1"/>
          </p:cNvSpPr>
          <p:nvPr>
            <p:ph sz="half" idx="2"/>
          </p:nvPr>
        </p:nvSpPr>
        <p:spPr>
          <a:xfrm>
            <a:off x="4962832" y="1825625"/>
            <a:ext cx="6086167"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cxnSp>
        <p:nvCxnSpPr>
          <p:cNvPr id="5" name="Rett linje 4">
            <a:extLst>
              <a:ext uri="{FF2B5EF4-FFF2-40B4-BE49-F238E27FC236}">
                <a16:creationId xmlns:a16="http://schemas.microsoft.com/office/drawing/2014/main" id="{3223238E-8114-1F4F-EEE1-D36A05C21A2E}"/>
              </a:ext>
            </a:extLst>
          </p:cNvPr>
          <p:cNvCxnSpPr>
            <a:cxnSpLocks/>
          </p:cNvCxnSpPr>
          <p:nvPr userDrawn="1"/>
        </p:nvCxnSpPr>
        <p:spPr>
          <a:xfrm>
            <a:off x="571499" y="-2"/>
            <a:ext cx="1" cy="3429001"/>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117044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un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361CF348-AE16-C235-8980-F0388EA117FC}"/>
              </a:ext>
            </a:extLst>
          </p:cNvPr>
          <p:cNvSpPr>
            <a:spLocks noGrp="1"/>
          </p:cNvSpPr>
          <p:nvPr>
            <p:ph type="pic" idx="1"/>
          </p:nvPr>
        </p:nvSpPr>
        <p:spPr>
          <a:xfrm>
            <a:off x="-1" y="0"/>
            <a:ext cx="12192001" cy="6857999"/>
          </a:xfrm>
          <a:solidFill>
            <a:schemeClr val="bg1">
              <a:lumMod val="95000"/>
            </a:schemeClr>
          </a:solidFill>
        </p:spPr>
        <p:txBody>
          <a:bodyPr/>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b-NO"/>
              <a:t>Klikk på ikonet for å legge til et bilde</a:t>
            </a:r>
            <a:endParaRPr lang="nb-NO" dirty="0"/>
          </a:p>
        </p:txBody>
      </p:sp>
    </p:spTree>
    <p:extLst>
      <p:ext uri="{BB962C8B-B14F-4D97-AF65-F5344CB8AC3E}">
        <p14:creationId xmlns:p14="http://schemas.microsoft.com/office/powerpoint/2010/main" val="5502420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D6B7A42-9AA5-67B1-401F-92DEE4E6B512}"/>
              </a:ext>
            </a:extLst>
          </p:cNvPr>
          <p:cNvSpPr>
            <a:spLocks noGrp="1"/>
          </p:cNvSpPr>
          <p:nvPr>
            <p:ph type="title"/>
          </p:nvPr>
        </p:nvSpPr>
        <p:spPr/>
        <p:txBody>
          <a:bodyPr/>
          <a:lstStyle/>
          <a:p>
            <a:r>
              <a:rPr lang="nb-NO"/>
              <a:t>Klikk for å redigere tittelstil</a:t>
            </a:r>
            <a:endParaRPr lang="nb-NO" dirty="0"/>
          </a:p>
        </p:txBody>
      </p:sp>
    </p:spTree>
    <p:extLst>
      <p:ext uri="{BB962C8B-B14F-4D97-AF65-F5344CB8AC3E}">
        <p14:creationId xmlns:p14="http://schemas.microsoft.com/office/powerpoint/2010/main" val="9887211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vsluttning">
    <p:spTree>
      <p:nvGrpSpPr>
        <p:cNvPr id="1" name=""/>
        <p:cNvGrpSpPr/>
        <p:nvPr/>
      </p:nvGrpSpPr>
      <p:grpSpPr>
        <a:xfrm>
          <a:off x="0" y="0"/>
          <a:ext cx="0" cy="0"/>
          <a:chOff x="0" y="0"/>
          <a:chExt cx="0" cy="0"/>
        </a:xfrm>
      </p:grpSpPr>
      <p:pic>
        <p:nvPicPr>
          <p:cNvPr id="4" name="Bilde 3" descr="Et bilde som inneholder tekst, Font, skjermbilde, Grafikk&#10;&#10;Automatisk generert beskrivelse">
            <a:extLst>
              <a:ext uri="{FF2B5EF4-FFF2-40B4-BE49-F238E27FC236}">
                <a16:creationId xmlns:a16="http://schemas.microsoft.com/office/drawing/2014/main" id="{11B80A7F-7ADE-1AE9-4D32-BBB98BFE028F}"/>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59909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04DB3DD5-4022-4ABA-AB84-BBFC2FDADBFF}"/>
              </a:ext>
            </a:extLst>
          </p:cNvPr>
          <p:cNvSpPr>
            <a:spLocks noGrp="1"/>
          </p:cNvSpPr>
          <p:nvPr>
            <p:ph type="title"/>
          </p:nvPr>
        </p:nvSpPr>
        <p:spPr>
          <a:xfrm>
            <a:off x="1143001" y="365125"/>
            <a:ext cx="9905998" cy="1325563"/>
          </a:xfrm>
          <a:prstGeom prst="rect">
            <a:avLst/>
          </a:prstGeom>
        </p:spPr>
        <p:txBody>
          <a:bodyPr vert="horz" lIns="0" tIns="0" rIns="0" bIns="0" rtlCol="0" anchor="ctr">
            <a:noAutofit/>
          </a:bodyPr>
          <a:lstStyle/>
          <a:p>
            <a:r>
              <a:rPr lang="nb-NO" dirty="0"/>
              <a:t>Klikk for å redigere tittelstil</a:t>
            </a:r>
          </a:p>
        </p:txBody>
      </p:sp>
      <p:sp>
        <p:nvSpPr>
          <p:cNvPr id="3" name="Plassholder for tekst 2">
            <a:extLst>
              <a:ext uri="{FF2B5EF4-FFF2-40B4-BE49-F238E27FC236}">
                <a16:creationId xmlns:a16="http://schemas.microsoft.com/office/drawing/2014/main" id="{C4C7B694-FBCE-970D-AFAF-C09C3305889D}"/>
              </a:ext>
            </a:extLst>
          </p:cNvPr>
          <p:cNvSpPr>
            <a:spLocks noGrp="1"/>
          </p:cNvSpPr>
          <p:nvPr>
            <p:ph type="body" idx="1"/>
          </p:nvPr>
        </p:nvSpPr>
        <p:spPr>
          <a:xfrm>
            <a:off x="1143001" y="1825625"/>
            <a:ext cx="9905998" cy="4351338"/>
          </a:xfrm>
          <a:prstGeom prst="rect">
            <a:avLst/>
          </a:prstGeom>
        </p:spPr>
        <p:txBody>
          <a:bodyPr vert="horz" lIns="21600" tIns="0" rIns="21600" bIns="0" rtlCol="0">
            <a:noAutofit/>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66338799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71" r:id="rId3"/>
    <p:sldLayoutId id="2147483659" r:id="rId4"/>
    <p:sldLayoutId id="2147483667" r:id="rId5"/>
    <p:sldLayoutId id="2147483670" r:id="rId6"/>
    <p:sldLayoutId id="2147483661" r:id="rId7"/>
    <p:sldLayoutId id="2147483666" r:id="rId8"/>
    <p:sldLayoutId id="2147483650" r:id="rId9"/>
    <p:sldLayoutId id="2147483672" r:id="rId10"/>
    <p:sldLayoutId id="2147483673" r:id="rId11"/>
    <p:sldLayoutId id="2147483663" r:id="rId12"/>
    <p:sldLayoutId id="2147483664" r:id="rId13"/>
    <p:sldLayoutId id="2147483674" r:id="rId14"/>
    <p:sldLayoutId id="2147483652" r:id="rId15"/>
    <p:sldLayoutId id="2147483675" r:id="rId16"/>
    <p:sldLayoutId id="2147483653" r:id="rId17"/>
    <p:sldLayoutId id="2147483669" r:id="rId18"/>
    <p:sldLayoutId id="2147483668" r:id="rId19"/>
    <p:sldLayoutId id="2147483654" r:id="rId20"/>
    <p:sldLayoutId id="2147483676" r:id="rId21"/>
  </p:sldLayoutIdLst>
  <p:txStyles>
    <p:titleStyle>
      <a:lvl1pPr algn="l" defTabSz="914400" rtl="0" eaLnBrk="1" latinLnBrk="0" hangingPunct="1">
        <a:lnSpc>
          <a:spcPct val="80000"/>
        </a:lnSpc>
        <a:spcBef>
          <a:spcPct val="0"/>
        </a:spcBef>
        <a:buNone/>
        <a:defRPr sz="4400" kern="1200">
          <a:solidFill>
            <a:schemeClr val="accent1"/>
          </a:solidFill>
          <a:latin typeface="Aptos SemiBold"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3"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3" Type="http://schemas.openxmlformats.org/officeDocument/2006/relationships/image" Target="../media/image20.png"/><Relationship Id="rId18" Type="http://schemas.openxmlformats.org/officeDocument/2006/relationships/image" Target="../media/image25.svg"/><Relationship Id="rId26" Type="http://schemas.openxmlformats.org/officeDocument/2006/relationships/image" Target="../media/image33.svg"/><Relationship Id="rId3" Type="http://schemas.openxmlformats.org/officeDocument/2006/relationships/image" Target="../media/image10.png"/><Relationship Id="rId21" Type="http://schemas.openxmlformats.org/officeDocument/2006/relationships/image" Target="../media/image28.png"/><Relationship Id="rId34" Type="http://schemas.openxmlformats.org/officeDocument/2006/relationships/image" Target="../media/image41.svg"/><Relationship Id="rId7" Type="http://schemas.openxmlformats.org/officeDocument/2006/relationships/image" Target="../media/image14.png"/><Relationship Id="rId12" Type="http://schemas.openxmlformats.org/officeDocument/2006/relationships/image" Target="../media/image19.svg"/><Relationship Id="rId17" Type="http://schemas.openxmlformats.org/officeDocument/2006/relationships/image" Target="../media/image24.png"/><Relationship Id="rId25" Type="http://schemas.openxmlformats.org/officeDocument/2006/relationships/image" Target="../media/image32.png"/><Relationship Id="rId33" Type="http://schemas.openxmlformats.org/officeDocument/2006/relationships/image" Target="../media/image40.png"/><Relationship Id="rId2" Type="http://schemas.openxmlformats.org/officeDocument/2006/relationships/notesSlide" Target="../notesSlides/notesSlide3.xml"/><Relationship Id="rId16" Type="http://schemas.openxmlformats.org/officeDocument/2006/relationships/image" Target="../media/image23.svg"/><Relationship Id="rId20" Type="http://schemas.openxmlformats.org/officeDocument/2006/relationships/image" Target="../media/image27.svg"/><Relationship Id="rId29" Type="http://schemas.openxmlformats.org/officeDocument/2006/relationships/image" Target="../media/image36.png"/><Relationship Id="rId1" Type="http://schemas.openxmlformats.org/officeDocument/2006/relationships/slideLayout" Target="../slideLayouts/slideLayout14.xml"/><Relationship Id="rId6" Type="http://schemas.openxmlformats.org/officeDocument/2006/relationships/image" Target="../media/image13.svg"/><Relationship Id="rId11" Type="http://schemas.openxmlformats.org/officeDocument/2006/relationships/image" Target="../media/image18.png"/><Relationship Id="rId24" Type="http://schemas.openxmlformats.org/officeDocument/2006/relationships/image" Target="../media/image31.svg"/><Relationship Id="rId32" Type="http://schemas.openxmlformats.org/officeDocument/2006/relationships/image" Target="../media/image39.sv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28" Type="http://schemas.openxmlformats.org/officeDocument/2006/relationships/image" Target="../media/image35.svg"/><Relationship Id="rId36" Type="http://schemas.openxmlformats.org/officeDocument/2006/relationships/image" Target="../media/image43.svg"/><Relationship Id="rId10" Type="http://schemas.openxmlformats.org/officeDocument/2006/relationships/image" Target="../media/image17.svg"/><Relationship Id="rId19" Type="http://schemas.openxmlformats.org/officeDocument/2006/relationships/image" Target="../media/image26.png"/><Relationship Id="rId31" Type="http://schemas.openxmlformats.org/officeDocument/2006/relationships/image" Target="../media/image38.pn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 Id="rId22" Type="http://schemas.openxmlformats.org/officeDocument/2006/relationships/image" Target="../media/image29.svg"/><Relationship Id="rId27" Type="http://schemas.openxmlformats.org/officeDocument/2006/relationships/image" Target="../media/image34.png"/><Relationship Id="rId30" Type="http://schemas.openxmlformats.org/officeDocument/2006/relationships/image" Target="../media/image37.svg"/><Relationship Id="rId35" Type="http://schemas.openxmlformats.org/officeDocument/2006/relationships/image" Target="../media/image42.png"/><Relationship Id="rId8" Type="http://schemas.openxmlformats.org/officeDocument/2006/relationships/image" Target="../media/image1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44.tiff"/><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6.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71FF0D1-D116-FE68-D376-A5603163FDF5}"/>
              </a:ext>
            </a:extLst>
          </p:cNvPr>
          <p:cNvSpPr>
            <a:spLocks noGrp="1"/>
          </p:cNvSpPr>
          <p:nvPr>
            <p:ph type="ctrTitle"/>
          </p:nvPr>
        </p:nvSpPr>
        <p:spPr>
          <a:xfrm>
            <a:off x="1348451" y="2814175"/>
            <a:ext cx="10134600" cy="1229649"/>
          </a:xfrm>
        </p:spPr>
        <p:txBody>
          <a:bodyPr/>
          <a:lstStyle/>
          <a:p>
            <a:pPr algn="ctr"/>
            <a:br>
              <a:rPr lang="nb-NO" sz="3600" noProof="0" dirty="0">
                <a:latin typeface="+mn-lt"/>
                <a:cs typeface="Times New Roman" panose="02020603050405020304" pitchFamily="18" charset="0"/>
              </a:rPr>
            </a:br>
            <a:r>
              <a:rPr lang="nb-NO" sz="4800" b="1" noProof="0" dirty="0">
                <a:latin typeface="+mn-lt"/>
                <a:cs typeface="Times New Roman" panose="02020603050405020304" pitchFamily="18" charset="0"/>
              </a:rPr>
              <a:t>REACT</a:t>
            </a:r>
            <a:br>
              <a:rPr lang="nb-NO" sz="3600" noProof="0" dirty="0">
                <a:latin typeface="+mn-lt"/>
                <a:cs typeface="Times New Roman" panose="02020603050405020304" pitchFamily="18" charset="0"/>
              </a:rPr>
            </a:br>
            <a:r>
              <a:rPr lang="nb-NO" sz="3600" noProof="0" dirty="0">
                <a:latin typeface="+mn-lt"/>
                <a:cs typeface="Times New Roman" panose="02020603050405020304" pitchFamily="18" charset="0"/>
              </a:rPr>
              <a:t>12 ukers randomisert kontrollert studie (RCT)</a:t>
            </a:r>
            <a:endParaRPr lang="nb-NO" sz="3600" dirty="0">
              <a:latin typeface="+mn-lt"/>
              <a:cs typeface="Times New Roman" panose="02020603050405020304" pitchFamily="18" charset="0"/>
            </a:endParaRPr>
          </a:p>
        </p:txBody>
      </p:sp>
    </p:spTree>
    <p:extLst>
      <p:ext uri="{BB962C8B-B14F-4D97-AF65-F5344CB8AC3E}">
        <p14:creationId xmlns:p14="http://schemas.microsoft.com/office/powerpoint/2010/main" val="1833316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EA5120D-7492-26FD-8461-C65E41CEF3B5}"/>
              </a:ext>
            </a:extLst>
          </p:cNvPr>
          <p:cNvSpPr>
            <a:spLocks noGrp="1"/>
          </p:cNvSpPr>
          <p:nvPr>
            <p:ph type="title"/>
          </p:nvPr>
        </p:nvSpPr>
        <p:spPr/>
        <p:txBody>
          <a:bodyPr/>
          <a:lstStyle/>
          <a:p>
            <a:r>
              <a:rPr lang="en-US" sz="4400" dirty="0" err="1">
                <a:effectLst/>
                <a:latin typeface="+mn-lt"/>
                <a:ea typeface="Calibri" panose="020F0502020204030204" pitchFamily="34" charset="0"/>
                <a:cs typeface="Times New Roman" panose="02020603050405020304" pitchFamily="18" charset="0"/>
              </a:rPr>
              <a:t>Hypoteser</a:t>
            </a:r>
            <a:r>
              <a:rPr lang="en-US" sz="4400" dirty="0">
                <a:effectLst/>
                <a:latin typeface="+mn-lt"/>
                <a:ea typeface="Calibri" panose="020F0502020204030204" pitchFamily="34" charset="0"/>
                <a:cs typeface="Times New Roman" panose="02020603050405020304" pitchFamily="18" charset="0"/>
              </a:rPr>
              <a:t>, </a:t>
            </a:r>
            <a:r>
              <a:rPr lang="en-US" sz="4400" dirty="0" err="1">
                <a:effectLst/>
                <a:latin typeface="+mn-lt"/>
                <a:ea typeface="Calibri" panose="020F0502020204030204" pitchFamily="34" charset="0"/>
                <a:cs typeface="Times New Roman" panose="02020603050405020304" pitchFamily="18" charset="0"/>
              </a:rPr>
              <a:t>mål</a:t>
            </a:r>
            <a:r>
              <a:rPr lang="en-US" sz="4400" dirty="0">
                <a:effectLst/>
                <a:latin typeface="+mn-lt"/>
                <a:ea typeface="Calibri" panose="020F0502020204030204" pitchFamily="34" charset="0"/>
                <a:cs typeface="Times New Roman" panose="02020603050405020304" pitchFamily="18" charset="0"/>
              </a:rPr>
              <a:t> </a:t>
            </a:r>
            <a:r>
              <a:rPr lang="en-US" sz="4400" dirty="0" err="1">
                <a:effectLst/>
                <a:latin typeface="+mn-lt"/>
                <a:ea typeface="Calibri" panose="020F0502020204030204" pitchFamily="34" charset="0"/>
                <a:cs typeface="Times New Roman" panose="02020603050405020304" pitchFamily="18" charset="0"/>
              </a:rPr>
              <a:t>og</a:t>
            </a:r>
            <a:r>
              <a:rPr lang="en-US" sz="4400" dirty="0">
                <a:effectLst/>
                <a:latin typeface="+mn-lt"/>
                <a:ea typeface="Calibri" panose="020F0502020204030204" pitchFamily="34" charset="0"/>
                <a:cs typeface="Times New Roman" panose="02020603050405020304" pitchFamily="18" charset="0"/>
              </a:rPr>
              <a:t> </a:t>
            </a:r>
            <a:r>
              <a:rPr lang="en-US" sz="4400" dirty="0" err="1">
                <a:effectLst/>
                <a:latin typeface="+mn-lt"/>
                <a:ea typeface="Calibri" panose="020F0502020204030204" pitchFamily="34" charset="0"/>
                <a:cs typeface="Times New Roman" panose="02020603050405020304" pitchFamily="18" charset="0"/>
              </a:rPr>
              <a:t>hensikter</a:t>
            </a:r>
            <a:endParaRPr lang="nb-NO" dirty="0">
              <a:latin typeface="+mn-lt"/>
              <a:cs typeface="Times New Roman" panose="02020603050405020304" pitchFamily="18" charset="0"/>
            </a:endParaRPr>
          </a:p>
        </p:txBody>
      </p:sp>
      <p:sp>
        <p:nvSpPr>
          <p:cNvPr id="3" name="Plassholder for innhold 2">
            <a:extLst>
              <a:ext uri="{FF2B5EF4-FFF2-40B4-BE49-F238E27FC236}">
                <a16:creationId xmlns:a16="http://schemas.microsoft.com/office/drawing/2014/main" id="{93C9FB6E-8061-31C3-4FA4-BD88F49DB043}"/>
              </a:ext>
            </a:extLst>
          </p:cNvPr>
          <p:cNvSpPr>
            <a:spLocks noGrp="1"/>
          </p:cNvSpPr>
          <p:nvPr>
            <p:ph idx="1"/>
          </p:nvPr>
        </p:nvSpPr>
        <p:spPr/>
        <p:txBody>
          <a:bodyPr/>
          <a:lstStyle/>
          <a:p>
            <a:r>
              <a:rPr lang="nb-NO" sz="2000" b="1" dirty="0">
                <a:effectLst/>
                <a:ea typeface="Calibri" panose="020F0502020204030204" pitchFamily="34" charset="0"/>
                <a:cs typeface="Times New Roman" panose="02020603050405020304" pitchFamily="18" charset="0"/>
              </a:rPr>
              <a:t>Overordnede forskningsmålet er å sammenligne effekten av et 12 ukers digitalt, hjemmebasert styrketreningsprogram for kreftpasienter etter behandling på funksjonell, mental og metabolsk helse, med det samme programmet gjennomført i et treningsstudio under veiledning av en instruktør</a:t>
            </a:r>
          </a:p>
          <a:p>
            <a:r>
              <a:rPr lang="nb-NO" sz="2000" dirty="0">
                <a:ea typeface="Calibri" panose="020F0502020204030204" pitchFamily="34" charset="0"/>
                <a:cs typeface="Times New Roman" panose="02020603050405020304" pitchFamily="18" charset="0"/>
              </a:rPr>
              <a:t>Primær mål: S</a:t>
            </a:r>
            <a:r>
              <a:rPr lang="nb-NO" sz="2000" dirty="0">
                <a:effectLst/>
                <a:ea typeface="Calibri" panose="020F0502020204030204" pitchFamily="34" charset="0"/>
                <a:cs typeface="Times New Roman" panose="02020603050405020304" pitchFamily="18" charset="0"/>
              </a:rPr>
              <a:t>ammenligne effekten på treningsetterlevelse (</a:t>
            </a:r>
            <a:r>
              <a:rPr lang="nb-NO" sz="2000" dirty="0" err="1">
                <a:effectLst/>
                <a:ea typeface="Calibri" panose="020F0502020204030204" pitchFamily="34" charset="0"/>
                <a:cs typeface="Times New Roman" panose="02020603050405020304" pitchFamily="18" charset="0"/>
              </a:rPr>
              <a:t>adherence</a:t>
            </a:r>
            <a:r>
              <a:rPr lang="nb-NO" sz="2000" dirty="0">
                <a:effectLst/>
                <a:ea typeface="Calibri" panose="020F0502020204030204" pitchFamily="34" charset="0"/>
                <a:cs typeface="Times New Roman" panose="02020603050405020304" pitchFamily="18" charset="0"/>
              </a:rPr>
              <a:t>) mellom det digitale hjemmebaserte treningsprogrammet og det veiledede programmet på treningssenter hos kreftpasienter etter behandling </a:t>
            </a:r>
          </a:p>
          <a:p>
            <a:r>
              <a:rPr lang="nb-NO" sz="2000" dirty="0">
                <a:cs typeface="Times New Roman" panose="02020603050405020304" pitchFamily="18" charset="0"/>
              </a:rPr>
              <a:t>Sekundær mål: Sammenligne de to gruppene på funksjonell helse, mental helse og metabolske helsemekanismer/markører</a:t>
            </a:r>
          </a:p>
        </p:txBody>
      </p:sp>
    </p:spTree>
    <p:extLst>
      <p:ext uri="{BB962C8B-B14F-4D97-AF65-F5344CB8AC3E}">
        <p14:creationId xmlns:p14="http://schemas.microsoft.com/office/powerpoint/2010/main" val="247370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CA4E101-04DD-F603-70CF-468B0678E6BA}"/>
              </a:ext>
            </a:extLst>
          </p:cNvPr>
          <p:cNvSpPr>
            <a:spLocks noGrp="1"/>
          </p:cNvSpPr>
          <p:nvPr>
            <p:ph type="title"/>
          </p:nvPr>
        </p:nvSpPr>
        <p:spPr>
          <a:xfrm>
            <a:off x="838200" y="365125"/>
            <a:ext cx="9330203" cy="865419"/>
          </a:xfrm>
        </p:spPr>
        <p:txBody>
          <a:bodyPr/>
          <a:lstStyle/>
          <a:p>
            <a:r>
              <a:rPr lang="nb-NO" dirty="0">
                <a:latin typeface="+mn-lt"/>
                <a:cs typeface="Times New Roman" panose="02020603050405020304" pitchFamily="18" charset="0"/>
              </a:rPr>
              <a:t>Studiedesign og oversikt</a:t>
            </a:r>
          </a:p>
        </p:txBody>
      </p:sp>
      <p:pic>
        <p:nvPicPr>
          <p:cNvPr id="10" name="Plassholder for innhold 9" descr="Manual kontur">
            <a:extLst>
              <a:ext uri="{FF2B5EF4-FFF2-40B4-BE49-F238E27FC236}">
                <a16:creationId xmlns:a16="http://schemas.microsoft.com/office/drawing/2014/main" id="{21780280-9BBA-17E1-B6BF-9DBD5ACDA926}"/>
              </a:ext>
            </a:extLst>
          </p:cNvPr>
          <p:cNvPicPr>
            <a:picLocks noGrp="1" noChangeAspect="1"/>
          </p:cNvPicPr>
          <p:nvPr>
            <p:ph sz="half" idx="2"/>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82366" y="1811547"/>
            <a:ext cx="914400" cy="914400"/>
          </a:xfrm>
        </p:spPr>
      </p:pic>
      <p:pic>
        <p:nvPicPr>
          <p:cNvPr id="12" name="Grafikk 11" descr="Sprøyte kontur">
            <a:extLst>
              <a:ext uri="{FF2B5EF4-FFF2-40B4-BE49-F238E27FC236}">
                <a16:creationId xmlns:a16="http://schemas.microsoft.com/office/drawing/2014/main" id="{F7483C4B-8AC3-4371-EAF5-10568A48E0D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04253" y="4683664"/>
            <a:ext cx="914400" cy="914400"/>
          </a:xfrm>
          <a:prstGeom prst="rect">
            <a:avLst/>
          </a:prstGeom>
        </p:spPr>
      </p:pic>
      <p:pic>
        <p:nvPicPr>
          <p:cNvPr id="16" name="Grafikk 15" descr="Drama kontur">
            <a:extLst>
              <a:ext uri="{FF2B5EF4-FFF2-40B4-BE49-F238E27FC236}">
                <a16:creationId xmlns:a16="http://schemas.microsoft.com/office/drawing/2014/main" id="{51679359-EFD3-83E7-B806-F6657599877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54441" y="3720307"/>
            <a:ext cx="914400" cy="914400"/>
          </a:xfrm>
          <a:prstGeom prst="rect">
            <a:avLst/>
          </a:prstGeom>
        </p:spPr>
      </p:pic>
      <p:pic>
        <p:nvPicPr>
          <p:cNvPr id="18" name="Grafikk 17" descr="Kroppsbygger kontur">
            <a:extLst>
              <a:ext uri="{FF2B5EF4-FFF2-40B4-BE49-F238E27FC236}">
                <a16:creationId xmlns:a16="http://schemas.microsoft.com/office/drawing/2014/main" id="{5CE0453B-AFF1-18AC-3DDB-47F8A712002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75988" y="2673421"/>
            <a:ext cx="914400" cy="914400"/>
          </a:xfrm>
          <a:prstGeom prst="rect">
            <a:avLst/>
          </a:prstGeom>
        </p:spPr>
      </p:pic>
      <p:pic>
        <p:nvPicPr>
          <p:cNvPr id="20" name="Grafikk 19" descr="Datamaskin kontur">
            <a:extLst>
              <a:ext uri="{FF2B5EF4-FFF2-40B4-BE49-F238E27FC236}">
                <a16:creationId xmlns:a16="http://schemas.microsoft.com/office/drawing/2014/main" id="{8B8AD1A3-C33C-83A6-46E5-FF03A400E40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565143" y="2458974"/>
            <a:ext cx="914400" cy="914400"/>
          </a:xfrm>
          <a:prstGeom prst="rect">
            <a:avLst/>
          </a:prstGeom>
        </p:spPr>
      </p:pic>
      <p:pic>
        <p:nvPicPr>
          <p:cNvPr id="22" name="Grafikk 21" descr="Gruppesuksess kontur">
            <a:extLst>
              <a:ext uri="{FF2B5EF4-FFF2-40B4-BE49-F238E27FC236}">
                <a16:creationId xmlns:a16="http://schemas.microsoft.com/office/drawing/2014/main" id="{F28D2EB2-B690-DD53-8C50-74B59D34987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653414" y="5140864"/>
            <a:ext cx="914400" cy="914400"/>
          </a:xfrm>
          <a:prstGeom prst="rect">
            <a:avLst/>
          </a:prstGeom>
        </p:spPr>
      </p:pic>
      <p:pic>
        <p:nvPicPr>
          <p:cNvPr id="24" name="Grafikk 23" descr="Mann kontur">
            <a:extLst>
              <a:ext uri="{FF2B5EF4-FFF2-40B4-BE49-F238E27FC236}">
                <a16:creationId xmlns:a16="http://schemas.microsoft.com/office/drawing/2014/main" id="{81A18EB9-1C14-C560-BF2A-F82ABF8CA01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362354" y="2476781"/>
            <a:ext cx="733646" cy="733646"/>
          </a:xfrm>
          <a:prstGeom prst="rect">
            <a:avLst/>
          </a:prstGeom>
        </p:spPr>
      </p:pic>
      <p:pic>
        <p:nvPicPr>
          <p:cNvPr id="28" name="Grafikk 27" descr="Skjelett kontur">
            <a:extLst>
              <a:ext uri="{FF2B5EF4-FFF2-40B4-BE49-F238E27FC236}">
                <a16:creationId xmlns:a16="http://schemas.microsoft.com/office/drawing/2014/main" id="{AB929D3E-12A3-CECC-6B79-813E417D17F3}"/>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786312" y="5729890"/>
            <a:ext cx="829377" cy="829377"/>
          </a:xfrm>
          <a:prstGeom prst="rect">
            <a:avLst/>
          </a:prstGeom>
        </p:spPr>
      </p:pic>
      <p:pic>
        <p:nvPicPr>
          <p:cNvPr id="31" name="Grafikk 30" descr="Pil høyre kontur">
            <a:extLst>
              <a:ext uri="{FF2B5EF4-FFF2-40B4-BE49-F238E27FC236}">
                <a16:creationId xmlns:a16="http://schemas.microsoft.com/office/drawing/2014/main" id="{5308CA34-9FC4-9175-0541-23961C05FE1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20006441">
            <a:off x="3285425" y="2958576"/>
            <a:ext cx="1358359" cy="914400"/>
          </a:xfrm>
          <a:prstGeom prst="rect">
            <a:avLst/>
          </a:prstGeom>
        </p:spPr>
      </p:pic>
      <p:pic>
        <p:nvPicPr>
          <p:cNvPr id="35" name="Grafikk 34" descr="Medisinsk kontur">
            <a:extLst>
              <a:ext uri="{FF2B5EF4-FFF2-40B4-BE49-F238E27FC236}">
                <a16:creationId xmlns:a16="http://schemas.microsoft.com/office/drawing/2014/main" id="{70F4400F-437C-81B6-6192-C748C0D57D0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81000" y="2268747"/>
            <a:ext cx="914400" cy="914400"/>
          </a:xfrm>
          <a:prstGeom prst="rect">
            <a:avLst/>
          </a:prstGeom>
        </p:spPr>
      </p:pic>
      <p:pic>
        <p:nvPicPr>
          <p:cNvPr id="37" name="Grafikk 36" descr="Avis kontur">
            <a:extLst>
              <a:ext uri="{FF2B5EF4-FFF2-40B4-BE49-F238E27FC236}">
                <a16:creationId xmlns:a16="http://schemas.microsoft.com/office/drawing/2014/main" id="{12CC1871-180B-D802-6637-D7132048DD08}"/>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29500" y="3152816"/>
            <a:ext cx="914400" cy="914400"/>
          </a:xfrm>
          <a:prstGeom prst="rect">
            <a:avLst/>
          </a:prstGeom>
        </p:spPr>
      </p:pic>
      <p:pic>
        <p:nvPicPr>
          <p:cNvPr id="39" name="Grafikk 38" descr="Lege hunn kontur">
            <a:extLst>
              <a:ext uri="{FF2B5EF4-FFF2-40B4-BE49-F238E27FC236}">
                <a16:creationId xmlns:a16="http://schemas.microsoft.com/office/drawing/2014/main" id="{6CDD47FF-2FE4-C8B3-9252-17C0BFF1D1D7}"/>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87673" y="4128420"/>
            <a:ext cx="914400" cy="914400"/>
          </a:xfrm>
          <a:prstGeom prst="rect">
            <a:avLst/>
          </a:prstGeom>
        </p:spPr>
      </p:pic>
      <p:pic>
        <p:nvPicPr>
          <p:cNvPr id="41" name="Grafikk 40" descr="Gruppe med personer kontur">
            <a:extLst>
              <a:ext uri="{FF2B5EF4-FFF2-40B4-BE49-F238E27FC236}">
                <a16:creationId xmlns:a16="http://schemas.microsoft.com/office/drawing/2014/main" id="{DA03DE19-3EB2-78BC-6949-01852C360072}"/>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2465829" y="3373374"/>
            <a:ext cx="914400" cy="914400"/>
          </a:xfrm>
          <a:prstGeom prst="rect">
            <a:avLst/>
          </a:prstGeom>
        </p:spPr>
      </p:pic>
      <p:pic>
        <p:nvPicPr>
          <p:cNvPr id="42" name="Grafikk 41" descr="Pil høyre kontur">
            <a:extLst>
              <a:ext uri="{FF2B5EF4-FFF2-40B4-BE49-F238E27FC236}">
                <a16:creationId xmlns:a16="http://schemas.microsoft.com/office/drawing/2014/main" id="{72F7740E-4591-9E87-6F4A-C19131585DB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418043" y="3373374"/>
            <a:ext cx="914400" cy="914400"/>
          </a:xfrm>
          <a:prstGeom prst="rect">
            <a:avLst/>
          </a:prstGeom>
        </p:spPr>
      </p:pic>
      <p:pic>
        <p:nvPicPr>
          <p:cNvPr id="43" name="Grafikk 42" descr="Pil høyre kontur">
            <a:extLst>
              <a:ext uri="{FF2B5EF4-FFF2-40B4-BE49-F238E27FC236}">
                <a16:creationId xmlns:a16="http://schemas.microsoft.com/office/drawing/2014/main" id="{AAACA4C5-A3CD-037A-3BBF-FE41E1C4214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716706">
            <a:off x="3244169" y="4089008"/>
            <a:ext cx="1494591" cy="914400"/>
          </a:xfrm>
          <a:prstGeom prst="rect">
            <a:avLst/>
          </a:prstGeom>
        </p:spPr>
      </p:pic>
      <p:pic>
        <p:nvPicPr>
          <p:cNvPr id="44" name="Plassholder for innhold 9" descr="Manual kontur">
            <a:extLst>
              <a:ext uri="{FF2B5EF4-FFF2-40B4-BE49-F238E27FC236}">
                <a16:creationId xmlns:a16="http://schemas.microsoft.com/office/drawing/2014/main" id="{AFB77B25-8F15-C295-1197-F07E53C55F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82366" y="4453719"/>
            <a:ext cx="916809" cy="916809"/>
          </a:xfrm>
          <a:prstGeom prst="rect">
            <a:avLst/>
          </a:prstGeom>
        </p:spPr>
      </p:pic>
      <p:pic>
        <p:nvPicPr>
          <p:cNvPr id="45" name="Grafikk 44" descr="Pil høyre kontur">
            <a:extLst>
              <a:ext uri="{FF2B5EF4-FFF2-40B4-BE49-F238E27FC236}">
                <a16:creationId xmlns:a16="http://schemas.microsoft.com/office/drawing/2014/main" id="{C8CE8147-0653-BC02-65A5-098BA3F1CFF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007707" y="2386404"/>
            <a:ext cx="1407223" cy="914400"/>
          </a:xfrm>
          <a:prstGeom prst="rect">
            <a:avLst/>
          </a:prstGeom>
        </p:spPr>
      </p:pic>
      <p:pic>
        <p:nvPicPr>
          <p:cNvPr id="46" name="Plassholder for innhold 7" descr="Utklippstavle delvis avkrysset kontur">
            <a:extLst>
              <a:ext uri="{FF2B5EF4-FFF2-40B4-BE49-F238E27FC236}">
                <a16:creationId xmlns:a16="http://schemas.microsoft.com/office/drawing/2014/main" id="{B1DFF9E5-87B4-F47E-A678-B21CC39FEC71}"/>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9828426" y="1581336"/>
            <a:ext cx="914400" cy="914400"/>
          </a:xfrm>
          <a:prstGeom prst="rect">
            <a:avLst/>
          </a:prstGeom>
        </p:spPr>
      </p:pic>
      <p:pic>
        <p:nvPicPr>
          <p:cNvPr id="47" name="Grafikk 46" descr="Kroppsbygger kontur">
            <a:extLst>
              <a:ext uri="{FF2B5EF4-FFF2-40B4-BE49-F238E27FC236}">
                <a16:creationId xmlns:a16="http://schemas.microsoft.com/office/drawing/2014/main" id="{D30D5D1D-690F-F3E2-46DA-8A7F062E7B1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828190" y="2540935"/>
            <a:ext cx="914400" cy="914400"/>
          </a:xfrm>
          <a:prstGeom prst="rect">
            <a:avLst/>
          </a:prstGeom>
        </p:spPr>
      </p:pic>
      <p:pic>
        <p:nvPicPr>
          <p:cNvPr id="48" name="Grafikk 47" descr="Drama kontur">
            <a:extLst>
              <a:ext uri="{FF2B5EF4-FFF2-40B4-BE49-F238E27FC236}">
                <a16:creationId xmlns:a16="http://schemas.microsoft.com/office/drawing/2014/main" id="{26641F5F-1F21-2D5C-8CD5-79975925672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62178" y="3786980"/>
            <a:ext cx="914400" cy="914400"/>
          </a:xfrm>
          <a:prstGeom prst="rect">
            <a:avLst/>
          </a:prstGeom>
        </p:spPr>
      </p:pic>
      <p:pic>
        <p:nvPicPr>
          <p:cNvPr id="49" name="Grafikk 48" descr="Sprøyte kontur">
            <a:extLst>
              <a:ext uri="{FF2B5EF4-FFF2-40B4-BE49-F238E27FC236}">
                <a16:creationId xmlns:a16="http://schemas.microsoft.com/office/drawing/2014/main" id="{A9F72CCF-EE98-6853-1AE4-A55D088E26A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711202" y="4757740"/>
            <a:ext cx="914400" cy="914400"/>
          </a:xfrm>
          <a:prstGeom prst="rect">
            <a:avLst/>
          </a:prstGeom>
        </p:spPr>
      </p:pic>
      <p:pic>
        <p:nvPicPr>
          <p:cNvPr id="50" name="Plassholder for innhold 9" descr="Manual kontur">
            <a:extLst>
              <a:ext uri="{FF2B5EF4-FFF2-40B4-BE49-F238E27FC236}">
                <a16:creationId xmlns:a16="http://schemas.microsoft.com/office/drawing/2014/main" id="{FB8DAB50-D29F-261B-C3CB-B1787AECF9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51045" y="2083735"/>
            <a:ext cx="822972" cy="822972"/>
          </a:xfrm>
          <a:prstGeom prst="rect">
            <a:avLst/>
          </a:prstGeom>
        </p:spPr>
      </p:pic>
      <p:pic>
        <p:nvPicPr>
          <p:cNvPr id="51" name="Grafikk 50" descr="Skjelett kontur">
            <a:extLst>
              <a:ext uri="{FF2B5EF4-FFF2-40B4-BE49-F238E27FC236}">
                <a16:creationId xmlns:a16="http://schemas.microsoft.com/office/drawing/2014/main" id="{4D9967D0-C568-A61D-86F3-547468F2D8B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818499" y="5713085"/>
            <a:ext cx="829377" cy="829377"/>
          </a:xfrm>
          <a:prstGeom prst="rect">
            <a:avLst/>
          </a:prstGeom>
        </p:spPr>
      </p:pic>
      <p:sp>
        <p:nvSpPr>
          <p:cNvPr id="52" name="Rektangel 51">
            <a:extLst>
              <a:ext uri="{FF2B5EF4-FFF2-40B4-BE49-F238E27FC236}">
                <a16:creationId xmlns:a16="http://schemas.microsoft.com/office/drawing/2014/main" id="{EFE6676F-1176-E42E-33A3-C01848FD03E1}"/>
              </a:ext>
            </a:extLst>
          </p:cNvPr>
          <p:cNvSpPr/>
          <p:nvPr/>
        </p:nvSpPr>
        <p:spPr>
          <a:xfrm>
            <a:off x="6420051" y="1626535"/>
            <a:ext cx="1506943" cy="5009732"/>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b="1">
              <a:ln w="22225">
                <a:solidFill>
                  <a:schemeClr val="accent2"/>
                </a:solidFill>
                <a:prstDash val="solid"/>
              </a:ln>
              <a:solidFill>
                <a:schemeClr val="accent2">
                  <a:lumMod val="40000"/>
                  <a:lumOff val="60000"/>
                </a:schemeClr>
              </a:solidFill>
            </a:endParaRPr>
          </a:p>
        </p:txBody>
      </p:sp>
      <p:sp>
        <p:nvSpPr>
          <p:cNvPr id="53" name="Rektangel 52">
            <a:extLst>
              <a:ext uri="{FF2B5EF4-FFF2-40B4-BE49-F238E27FC236}">
                <a16:creationId xmlns:a16="http://schemas.microsoft.com/office/drawing/2014/main" id="{49CF835E-D7CB-E5A8-9601-E4B96BDFCF08}"/>
              </a:ext>
            </a:extLst>
          </p:cNvPr>
          <p:cNvSpPr/>
          <p:nvPr/>
        </p:nvSpPr>
        <p:spPr>
          <a:xfrm>
            <a:off x="9414930" y="1608748"/>
            <a:ext cx="1506943" cy="5009732"/>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b="1">
              <a:ln w="22225">
                <a:solidFill>
                  <a:schemeClr val="accent2"/>
                </a:solidFill>
                <a:prstDash val="solid"/>
              </a:ln>
              <a:solidFill>
                <a:schemeClr val="accent2">
                  <a:lumMod val="40000"/>
                  <a:lumOff val="60000"/>
                </a:schemeClr>
              </a:solidFill>
            </a:endParaRPr>
          </a:p>
        </p:txBody>
      </p:sp>
      <p:pic>
        <p:nvPicPr>
          <p:cNvPr id="60" name="Plassholder for innhold 9" descr="Manual kontur">
            <a:extLst>
              <a:ext uri="{FF2B5EF4-FFF2-40B4-BE49-F238E27FC236}">
                <a16:creationId xmlns:a16="http://schemas.microsoft.com/office/drawing/2014/main" id="{438846EA-9F4A-33C8-09BA-C2B740C3D8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95687" y="4546208"/>
            <a:ext cx="822972" cy="822972"/>
          </a:xfrm>
          <a:prstGeom prst="rect">
            <a:avLst/>
          </a:prstGeom>
        </p:spPr>
      </p:pic>
      <p:pic>
        <p:nvPicPr>
          <p:cNvPr id="61" name="Grafikk 60" descr="Pil høyre kontur">
            <a:extLst>
              <a:ext uri="{FF2B5EF4-FFF2-40B4-BE49-F238E27FC236}">
                <a16:creationId xmlns:a16="http://schemas.microsoft.com/office/drawing/2014/main" id="{FF42C37E-B217-297F-DC0E-DFDE8C0095B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014925" y="4957694"/>
            <a:ext cx="1407223" cy="914400"/>
          </a:xfrm>
          <a:prstGeom prst="rect">
            <a:avLst/>
          </a:prstGeom>
        </p:spPr>
      </p:pic>
      <p:sp>
        <p:nvSpPr>
          <p:cNvPr id="62" name="TekstSylinder 61">
            <a:extLst>
              <a:ext uri="{FF2B5EF4-FFF2-40B4-BE49-F238E27FC236}">
                <a16:creationId xmlns:a16="http://schemas.microsoft.com/office/drawing/2014/main" id="{86920D2D-EA43-6D36-9639-F6875A343B82}"/>
              </a:ext>
            </a:extLst>
          </p:cNvPr>
          <p:cNvSpPr txBox="1"/>
          <p:nvPr/>
        </p:nvSpPr>
        <p:spPr>
          <a:xfrm>
            <a:off x="8167174" y="3706411"/>
            <a:ext cx="1088289" cy="369332"/>
          </a:xfrm>
          <a:prstGeom prst="rect">
            <a:avLst/>
          </a:prstGeom>
          <a:noFill/>
        </p:spPr>
        <p:txBody>
          <a:bodyPr wrap="square" rtlCol="0">
            <a:spAutoFit/>
          </a:bodyPr>
          <a:lstStyle/>
          <a:p>
            <a:r>
              <a:rPr lang="nb-NO" dirty="0">
                <a:solidFill>
                  <a:schemeClr val="accent5">
                    <a:lumMod val="50000"/>
                  </a:schemeClr>
                </a:solidFill>
              </a:rPr>
              <a:t>12 uker</a:t>
            </a:r>
          </a:p>
        </p:txBody>
      </p:sp>
      <p:pic>
        <p:nvPicPr>
          <p:cNvPr id="70" name="Plassholder for innhold 69" descr="Barn kontur">
            <a:extLst>
              <a:ext uri="{FF2B5EF4-FFF2-40B4-BE49-F238E27FC236}">
                <a16:creationId xmlns:a16="http://schemas.microsoft.com/office/drawing/2014/main" id="{5E15227A-7AD8-D8A8-1E28-458F9A9BA410}"/>
              </a:ext>
            </a:extLst>
          </p:cNvPr>
          <p:cNvPicPr>
            <a:picLocks noGrp="1" noChangeAspect="1"/>
          </p:cNvPicPr>
          <p:nvPr>
            <p:ph sz="half" idx="1"/>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802263" y="5940736"/>
            <a:ext cx="692418" cy="692418"/>
          </a:xfrm>
        </p:spPr>
      </p:pic>
      <p:sp>
        <p:nvSpPr>
          <p:cNvPr id="65" name="TekstSylinder 64">
            <a:extLst>
              <a:ext uri="{FF2B5EF4-FFF2-40B4-BE49-F238E27FC236}">
                <a16:creationId xmlns:a16="http://schemas.microsoft.com/office/drawing/2014/main" id="{CC891D0C-9ADD-CB77-5027-F675BAFA83D9}"/>
              </a:ext>
            </a:extLst>
          </p:cNvPr>
          <p:cNvSpPr txBox="1"/>
          <p:nvPr/>
        </p:nvSpPr>
        <p:spPr>
          <a:xfrm>
            <a:off x="3349088" y="3773153"/>
            <a:ext cx="2538190" cy="369332"/>
          </a:xfrm>
          <a:prstGeom prst="rect">
            <a:avLst/>
          </a:prstGeom>
          <a:noFill/>
        </p:spPr>
        <p:txBody>
          <a:bodyPr wrap="square" rtlCol="0">
            <a:spAutoFit/>
          </a:bodyPr>
          <a:lstStyle/>
          <a:p>
            <a:r>
              <a:rPr lang="nb-NO" dirty="0">
                <a:solidFill>
                  <a:schemeClr val="accent5">
                    <a:lumMod val="50000"/>
                  </a:schemeClr>
                </a:solidFill>
              </a:rPr>
              <a:t>1:1 randomisering</a:t>
            </a:r>
          </a:p>
        </p:txBody>
      </p:sp>
      <p:pic>
        <p:nvPicPr>
          <p:cNvPr id="66" name="Grafikk 65" descr="Medisin kontur">
            <a:extLst>
              <a:ext uri="{FF2B5EF4-FFF2-40B4-BE49-F238E27FC236}">
                <a16:creationId xmlns:a16="http://schemas.microsoft.com/office/drawing/2014/main" id="{170A3BA9-F528-1EE1-7C67-56D3328738C1}"/>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119513" y="5846996"/>
            <a:ext cx="789271" cy="789271"/>
          </a:xfrm>
          <a:prstGeom prst="rect">
            <a:avLst/>
          </a:prstGeom>
        </p:spPr>
      </p:pic>
      <p:pic>
        <p:nvPicPr>
          <p:cNvPr id="67" name="Grafikk 66" descr="Hus kontur">
            <a:extLst>
              <a:ext uri="{FF2B5EF4-FFF2-40B4-BE49-F238E27FC236}">
                <a16:creationId xmlns:a16="http://schemas.microsoft.com/office/drawing/2014/main" id="{1B20AB1D-7C2F-CDBE-75E4-526ACAC37BA0}"/>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1454656" y="5785216"/>
            <a:ext cx="789271" cy="789271"/>
          </a:xfrm>
          <a:prstGeom prst="rect">
            <a:avLst/>
          </a:prstGeom>
        </p:spPr>
      </p:pic>
      <p:sp>
        <p:nvSpPr>
          <p:cNvPr id="73" name="Rektangel 72">
            <a:extLst>
              <a:ext uri="{FF2B5EF4-FFF2-40B4-BE49-F238E27FC236}">
                <a16:creationId xmlns:a16="http://schemas.microsoft.com/office/drawing/2014/main" id="{16211967-F617-EE5C-2B2A-FB0D593D2CC4}"/>
              </a:ext>
            </a:extLst>
          </p:cNvPr>
          <p:cNvSpPr/>
          <p:nvPr/>
        </p:nvSpPr>
        <p:spPr>
          <a:xfrm>
            <a:off x="157854" y="5598064"/>
            <a:ext cx="2183685" cy="1097631"/>
          </a:xfrm>
          <a:prstGeom prst="rect">
            <a:avLst/>
          </a:prstGeom>
          <a:noFill/>
          <a:ln w="38100">
            <a:solidFill>
              <a:srgbClr val="4FC3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896958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2" presetClass="entr" presetSubtype="4"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ppt_x"/>
                                          </p:val>
                                        </p:tav>
                                        <p:tav tm="100000">
                                          <p:val>
                                            <p:strVal val="#ppt_x"/>
                                          </p:val>
                                        </p:tav>
                                      </p:tavLst>
                                    </p:anim>
                                    <p:anim calcmode="lin" valueType="num">
                                      <p:cBhvr additive="base">
                                        <p:cTn id="30" dur="500" fill="hold"/>
                                        <p:tgtEl>
                                          <p:spTgt spid="16"/>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1"/>
                                        </p:tgtEl>
                                        <p:attrNameLst>
                                          <p:attrName>style.visibility</p:attrName>
                                        </p:attrNameLst>
                                      </p:cBhvr>
                                      <p:to>
                                        <p:strVal val="visible"/>
                                      </p:to>
                                    </p:set>
                                    <p:anim calcmode="lin" valueType="num">
                                      <p:cBhvr additive="base">
                                        <p:cTn id="37" dur="500" fill="hold"/>
                                        <p:tgtEl>
                                          <p:spTgt spid="51"/>
                                        </p:tgtEl>
                                        <p:attrNameLst>
                                          <p:attrName>ppt_x</p:attrName>
                                        </p:attrNameLst>
                                      </p:cBhvr>
                                      <p:tavLst>
                                        <p:tav tm="0">
                                          <p:val>
                                            <p:strVal val="#ppt_x"/>
                                          </p:val>
                                        </p:tav>
                                        <p:tav tm="100000">
                                          <p:val>
                                            <p:strVal val="#ppt_x"/>
                                          </p:val>
                                        </p:tav>
                                      </p:tavLst>
                                    </p:anim>
                                    <p:anim calcmode="lin" valueType="num">
                                      <p:cBhvr additive="base">
                                        <p:cTn id="38" dur="500" fill="hold"/>
                                        <p:tgtEl>
                                          <p:spTgt spid="51"/>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5"/>
                                        </p:tgtEl>
                                        <p:attrNameLst>
                                          <p:attrName>style.visibility</p:attrName>
                                        </p:attrNameLst>
                                      </p:cBhvr>
                                      <p:to>
                                        <p:strVal val="visible"/>
                                      </p:to>
                                    </p:set>
                                    <p:anim calcmode="lin" valueType="num">
                                      <p:cBhvr additive="base">
                                        <p:cTn id="41" dur="500" fill="hold"/>
                                        <p:tgtEl>
                                          <p:spTgt spid="45"/>
                                        </p:tgtEl>
                                        <p:attrNameLst>
                                          <p:attrName>ppt_x</p:attrName>
                                        </p:attrNameLst>
                                      </p:cBhvr>
                                      <p:tavLst>
                                        <p:tav tm="0">
                                          <p:val>
                                            <p:strVal val="#ppt_x"/>
                                          </p:val>
                                        </p:tav>
                                        <p:tav tm="100000">
                                          <p:val>
                                            <p:strVal val="#ppt_x"/>
                                          </p:val>
                                        </p:tav>
                                      </p:tavLst>
                                    </p:anim>
                                    <p:anim calcmode="lin" valueType="num">
                                      <p:cBhvr additive="base">
                                        <p:cTn id="42" dur="500" fill="hold"/>
                                        <p:tgtEl>
                                          <p:spTgt spid="45"/>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6"/>
                                        </p:tgtEl>
                                        <p:attrNameLst>
                                          <p:attrName>style.visibility</p:attrName>
                                        </p:attrNameLst>
                                      </p:cBhvr>
                                      <p:to>
                                        <p:strVal val="visible"/>
                                      </p:to>
                                    </p:set>
                                    <p:anim calcmode="lin" valueType="num">
                                      <p:cBhvr additive="base">
                                        <p:cTn id="45" dur="500" fill="hold"/>
                                        <p:tgtEl>
                                          <p:spTgt spid="46"/>
                                        </p:tgtEl>
                                        <p:attrNameLst>
                                          <p:attrName>ppt_x</p:attrName>
                                        </p:attrNameLst>
                                      </p:cBhvr>
                                      <p:tavLst>
                                        <p:tav tm="0">
                                          <p:val>
                                            <p:strVal val="#ppt_x"/>
                                          </p:val>
                                        </p:tav>
                                        <p:tav tm="100000">
                                          <p:val>
                                            <p:strVal val="#ppt_x"/>
                                          </p:val>
                                        </p:tav>
                                      </p:tavLst>
                                    </p:anim>
                                    <p:anim calcmode="lin" valueType="num">
                                      <p:cBhvr additive="base">
                                        <p:cTn id="46" dur="500" fill="hold"/>
                                        <p:tgtEl>
                                          <p:spTgt spid="46"/>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anim calcmode="lin" valueType="num">
                                      <p:cBhvr additive="base">
                                        <p:cTn id="49" dur="500" fill="hold"/>
                                        <p:tgtEl>
                                          <p:spTgt spid="47"/>
                                        </p:tgtEl>
                                        <p:attrNameLst>
                                          <p:attrName>ppt_x</p:attrName>
                                        </p:attrNameLst>
                                      </p:cBhvr>
                                      <p:tavLst>
                                        <p:tav tm="0">
                                          <p:val>
                                            <p:strVal val="#ppt_x"/>
                                          </p:val>
                                        </p:tav>
                                        <p:tav tm="100000">
                                          <p:val>
                                            <p:strVal val="#ppt_x"/>
                                          </p:val>
                                        </p:tav>
                                      </p:tavLst>
                                    </p:anim>
                                    <p:anim calcmode="lin" valueType="num">
                                      <p:cBhvr additive="base">
                                        <p:cTn id="50" dur="500" fill="hold"/>
                                        <p:tgtEl>
                                          <p:spTgt spid="47"/>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48"/>
                                        </p:tgtEl>
                                        <p:attrNameLst>
                                          <p:attrName>style.visibility</p:attrName>
                                        </p:attrNameLst>
                                      </p:cBhvr>
                                      <p:to>
                                        <p:strVal val="visible"/>
                                      </p:to>
                                    </p:set>
                                    <p:anim calcmode="lin" valueType="num">
                                      <p:cBhvr additive="base">
                                        <p:cTn id="53" dur="500" fill="hold"/>
                                        <p:tgtEl>
                                          <p:spTgt spid="48"/>
                                        </p:tgtEl>
                                        <p:attrNameLst>
                                          <p:attrName>ppt_x</p:attrName>
                                        </p:attrNameLst>
                                      </p:cBhvr>
                                      <p:tavLst>
                                        <p:tav tm="0">
                                          <p:val>
                                            <p:strVal val="#ppt_x"/>
                                          </p:val>
                                        </p:tav>
                                        <p:tav tm="100000">
                                          <p:val>
                                            <p:strVal val="#ppt_x"/>
                                          </p:val>
                                        </p:tav>
                                      </p:tavLst>
                                    </p:anim>
                                    <p:anim calcmode="lin" valueType="num">
                                      <p:cBhvr additive="base">
                                        <p:cTn id="54" dur="500" fill="hold"/>
                                        <p:tgtEl>
                                          <p:spTgt spid="48"/>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49"/>
                                        </p:tgtEl>
                                        <p:attrNameLst>
                                          <p:attrName>style.visibility</p:attrName>
                                        </p:attrNameLst>
                                      </p:cBhvr>
                                      <p:to>
                                        <p:strVal val="visible"/>
                                      </p:to>
                                    </p:set>
                                    <p:anim calcmode="lin" valueType="num">
                                      <p:cBhvr additive="base">
                                        <p:cTn id="57" dur="500" fill="hold"/>
                                        <p:tgtEl>
                                          <p:spTgt spid="49"/>
                                        </p:tgtEl>
                                        <p:attrNameLst>
                                          <p:attrName>ppt_x</p:attrName>
                                        </p:attrNameLst>
                                      </p:cBhvr>
                                      <p:tavLst>
                                        <p:tav tm="0">
                                          <p:val>
                                            <p:strVal val="#ppt_x"/>
                                          </p:val>
                                        </p:tav>
                                        <p:tav tm="100000">
                                          <p:val>
                                            <p:strVal val="#ppt_x"/>
                                          </p:val>
                                        </p:tav>
                                      </p:tavLst>
                                    </p:anim>
                                    <p:anim calcmode="lin" valueType="num">
                                      <p:cBhvr additive="base">
                                        <p:cTn id="58" dur="500" fill="hold"/>
                                        <p:tgtEl>
                                          <p:spTgt spid="49"/>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additive="base">
                                        <p:cTn id="61" dur="500" fill="hold"/>
                                        <p:tgtEl>
                                          <p:spTgt spid="28"/>
                                        </p:tgtEl>
                                        <p:attrNameLst>
                                          <p:attrName>ppt_x</p:attrName>
                                        </p:attrNameLst>
                                      </p:cBhvr>
                                      <p:tavLst>
                                        <p:tav tm="0">
                                          <p:val>
                                            <p:strVal val="#ppt_x"/>
                                          </p:val>
                                        </p:tav>
                                        <p:tav tm="100000">
                                          <p:val>
                                            <p:strVal val="#ppt_x"/>
                                          </p:val>
                                        </p:tav>
                                      </p:tavLst>
                                    </p:anim>
                                    <p:anim calcmode="lin" valueType="num">
                                      <p:cBhvr additive="base">
                                        <p:cTn id="6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ssholder for innhold 2">
            <a:extLst>
              <a:ext uri="{FF2B5EF4-FFF2-40B4-BE49-F238E27FC236}">
                <a16:creationId xmlns:a16="http://schemas.microsoft.com/office/drawing/2014/main" id="{177910A2-AD26-5E4C-A1A0-5C917B9B3308}"/>
              </a:ext>
            </a:extLst>
          </p:cNvPr>
          <p:cNvSpPr>
            <a:spLocks noGrp="1"/>
          </p:cNvSpPr>
          <p:nvPr>
            <p:ph idx="1"/>
          </p:nvPr>
        </p:nvSpPr>
        <p:spPr>
          <a:xfrm>
            <a:off x="895952" y="1106905"/>
            <a:ext cx="9326563" cy="4497764"/>
          </a:xfrm>
        </p:spPr>
        <p:txBody>
          <a:bodyPr/>
          <a:lstStyle/>
          <a:p>
            <a:endParaRPr lang="nb-NO" dirty="0"/>
          </a:p>
        </p:txBody>
      </p:sp>
      <p:graphicFrame>
        <p:nvGraphicFramePr>
          <p:cNvPr id="2" name="Tabell 1">
            <a:extLst>
              <a:ext uri="{FF2B5EF4-FFF2-40B4-BE49-F238E27FC236}">
                <a16:creationId xmlns:a16="http://schemas.microsoft.com/office/drawing/2014/main" id="{38FD76CD-D1ED-2D13-5F5E-0CF0BA44DB88}"/>
              </a:ext>
            </a:extLst>
          </p:cNvPr>
          <p:cNvGraphicFramePr>
            <a:graphicFrameLocks noGrp="1"/>
          </p:cNvGraphicFramePr>
          <p:nvPr>
            <p:extLst>
              <p:ext uri="{D42A27DB-BD31-4B8C-83A1-F6EECF244321}">
                <p14:modId xmlns:p14="http://schemas.microsoft.com/office/powerpoint/2010/main" val="1901565144"/>
              </p:ext>
            </p:extLst>
          </p:nvPr>
        </p:nvGraphicFramePr>
        <p:xfrm>
          <a:off x="1202725" y="1432444"/>
          <a:ext cx="10173515" cy="5216383"/>
        </p:xfrm>
        <a:graphic>
          <a:graphicData uri="http://schemas.openxmlformats.org/drawingml/2006/table">
            <a:tbl>
              <a:tblPr firstRow="1" firstCol="1" bandRow="1"/>
              <a:tblGrid>
                <a:gridCol w="5099670">
                  <a:extLst>
                    <a:ext uri="{9D8B030D-6E8A-4147-A177-3AD203B41FA5}">
                      <a16:colId xmlns:a16="http://schemas.microsoft.com/office/drawing/2014/main" val="195447563"/>
                    </a:ext>
                  </a:extLst>
                </a:gridCol>
                <a:gridCol w="5073845">
                  <a:extLst>
                    <a:ext uri="{9D8B030D-6E8A-4147-A177-3AD203B41FA5}">
                      <a16:colId xmlns:a16="http://schemas.microsoft.com/office/drawing/2014/main" val="3745220739"/>
                    </a:ext>
                  </a:extLst>
                </a:gridCol>
              </a:tblGrid>
              <a:tr h="255734">
                <a:tc>
                  <a:txBody>
                    <a:bodyPr/>
                    <a:lstStyle/>
                    <a:p>
                      <a:r>
                        <a:rPr lang="nb-NO" sz="1600" b="1" dirty="0">
                          <a:effectLst/>
                          <a:latin typeface="+mn-lt"/>
                          <a:ea typeface="Calibri" panose="020F0502020204030204" pitchFamily="34" charset="0"/>
                          <a:cs typeface="Times New Roman" panose="02020603050405020304" pitchFamily="18" charset="0"/>
                        </a:rPr>
                        <a:t>Inklusjonskriterier</a:t>
                      </a:r>
                      <a:endParaRPr lang="nb-NO" sz="16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600" b="1" dirty="0">
                          <a:effectLst/>
                          <a:latin typeface="+mn-lt"/>
                          <a:ea typeface="Calibri" panose="020F0502020204030204" pitchFamily="34" charset="0"/>
                          <a:cs typeface="Times New Roman" panose="02020603050405020304" pitchFamily="18" charset="0"/>
                        </a:rPr>
                        <a:t>Eksklusjonskriterier</a:t>
                      </a:r>
                      <a:endParaRPr lang="nb-NO" sz="16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5109334"/>
                  </a:ext>
                </a:extLst>
              </a:tr>
              <a:tr h="511471">
                <a:tc>
                  <a:txBody>
                    <a:bodyPr/>
                    <a:lstStyle/>
                    <a:p>
                      <a:r>
                        <a:rPr lang="nb-NO" sz="1600" dirty="0">
                          <a:effectLst/>
                          <a:latin typeface="+mn-lt"/>
                          <a:ea typeface="Calibri" panose="020F0502020204030204" pitchFamily="34" charset="0"/>
                          <a:cs typeface="Times New Roman" panose="02020603050405020304" pitchFamily="18" charset="0"/>
                        </a:rPr>
                        <a:t>≥ 18 år og i stand til å gi informert samtykke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600" dirty="0">
                          <a:effectLst/>
                          <a:latin typeface="+mn-lt"/>
                          <a:ea typeface="Calibri" panose="020F0502020204030204" pitchFamily="34" charset="0"/>
                          <a:cs typeface="Times New Roman" panose="02020603050405020304" pitchFamily="18" charset="0"/>
                        </a:rPr>
                        <a:t>Sykdommer som forhindrer trening i henhold til protokollen, som alvorlig hjerte-, lunge- eller andre organsykdommer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1138978"/>
                  </a:ext>
                </a:extLst>
              </a:tr>
              <a:tr h="989288">
                <a:tc>
                  <a:txBody>
                    <a:bodyPr/>
                    <a:lstStyle/>
                    <a:p>
                      <a:r>
                        <a:rPr lang="nb-NO" sz="1600" dirty="0">
                          <a:effectLst/>
                          <a:latin typeface="+mn-lt"/>
                          <a:ea typeface="Calibri" panose="020F0502020204030204" pitchFamily="34" charset="0"/>
                          <a:cs typeface="Times New Roman" panose="02020603050405020304" pitchFamily="18" charset="0"/>
                        </a:rPr>
                        <a:t>Diagnostisert eller tidligere diagnostisert med en hvilken som helst form for kreft, og som enten er under aktiv behandling eller har fullført systemisk kjemoterapi, immunterapi, målrettet behandling eller strålebehandling for ikke mer enn fem år siden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600" dirty="0">
                          <a:effectLst/>
                          <a:latin typeface="+mn-lt"/>
                          <a:ea typeface="Calibri" panose="020F0502020204030204" pitchFamily="34" charset="0"/>
                          <a:cs typeface="Times New Roman" panose="02020603050405020304" pitchFamily="18" charset="0"/>
                        </a:rPr>
                        <a:t>Tilstander forårsaket av kreften som hindrer trening, som tidligere større operasjoner, brudd eller smerter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8402333"/>
                  </a:ext>
                </a:extLst>
              </a:tr>
              <a:tr h="989288">
                <a:tc>
                  <a:txBody>
                    <a:bodyPr/>
                    <a:lstStyle/>
                    <a:p>
                      <a:r>
                        <a:rPr lang="nb-NO" sz="1600" dirty="0">
                          <a:effectLst/>
                          <a:latin typeface="+mn-lt"/>
                          <a:ea typeface="Calibri" panose="020F0502020204030204" pitchFamily="34" charset="0"/>
                          <a:cs typeface="Times New Roman" panose="02020603050405020304" pitchFamily="18" charset="0"/>
                        </a:rPr>
                        <a:t>Forventet levetid på mer enn 12 måneder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600" dirty="0">
                          <a:effectLst/>
                          <a:latin typeface="+mn-lt"/>
                          <a:ea typeface="Calibri" panose="020F0502020204030204" pitchFamily="34" charset="0"/>
                          <a:cs typeface="Times New Roman" panose="02020603050405020304" pitchFamily="18" charset="0"/>
                        </a:rPr>
                        <a:t>Pasienter som fortsatt mottar aktiv kreftbehandling der det forventes høy risiko for benmargshemming som kan føre til infeksjoner, blødninger og/eller betydelig redusert fysisk kapasitet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3432443"/>
                  </a:ext>
                </a:extLst>
              </a:tr>
              <a:tr h="741966">
                <a:tc>
                  <a:txBody>
                    <a:bodyPr/>
                    <a:lstStyle/>
                    <a:p>
                      <a:r>
                        <a:rPr lang="nb-NO" sz="1600" dirty="0">
                          <a:effectLst/>
                          <a:latin typeface="+mn-lt"/>
                          <a:ea typeface="Calibri" panose="020F0502020204030204" pitchFamily="34" charset="0"/>
                          <a:cs typeface="Times New Roman" panose="02020603050405020304" pitchFamily="18" charset="0"/>
                        </a:rPr>
                        <a:t>Digitale muligheter hjemme: tilgang til PC og/eller </a:t>
                      </a:r>
                      <a:r>
                        <a:rPr lang="nb-NO" sz="1600" dirty="0" err="1">
                          <a:effectLst/>
                          <a:latin typeface="+mn-lt"/>
                          <a:ea typeface="Calibri" panose="020F0502020204030204" pitchFamily="34" charset="0"/>
                          <a:cs typeface="Times New Roman" panose="02020603050405020304" pitchFamily="18" charset="0"/>
                        </a:rPr>
                        <a:t>iPad</a:t>
                      </a:r>
                      <a:r>
                        <a:rPr lang="nb-NO" sz="1600" dirty="0">
                          <a:effectLst/>
                          <a:latin typeface="+mn-lt"/>
                          <a:ea typeface="Calibri" panose="020F0502020204030204" pitchFamily="34" charset="0"/>
                          <a:cs typeface="Times New Roman" panose="02020603050405020304" pitchFamily="18" charset="0"/>
                        </a:rPr>
                        <a:t>, e-postadresse for å logge inn på plattformen for de som tildeles digital trening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600" dirty="0">
                          <a:effectLst/>
                          <a:latin typeface="+mn-lt"/>
                          <a:ea typeface="Calibri" panose="020F0502020204030204" pitchFamily="34" charset="0"/>
                          <a:cs typeface="Times New Roman" panose="02020603050405020304" pitchFamily="18" charset="0"/>
                        </a:rPr>
                        <a:t>Forventet levetid på mindre enn 12 måneder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9286478"/>
                  </a:ext>
                </a:extLst>
              </a:tr>
              <a:tr h="511471">
                <a:tc>
                  <a:txBody>
                    <a:bodyPr/>
                    <a:lstStyle/>
                    <a:p>
                      <a:r>
                        <a:rPr lang="nb-NO" sz="1600" dirty="0">
                          <a:effectLst/>
                          <a:latin typeface="+mn-lt"/>
                          <a:ea typeface="Calibri" panose="020F0502020204030204" pitchFamily="34" charset="0"/>
                          <a:cs typeface="Times New Roman" panose="02020603050405020304" pitchFamily="18" charset="0"/>
                        </a:rPr>
                        <a:t>Norsk talende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600" dirty="0">
                          <a:effectLst/>
                          <a:latin typeface="+mn-lt"/>
                          <a:ea typeface="Calibri" panose="020F0502020204030204" pitchFamily="34" charset="0"/>
                          <a:cs typeface="Times New Roman" panose="02020603050405020304" pitchFamily="18" charset="0"/>
                        </a:rPr>
                        <a:t>Redusert mental kapasitet og manglende evne til å gi informert samtykke eller følge treningsprogrammet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0592045"/>
                  </a:ext>
                </a:extLst>
              </a:tr>
              <a:tr h="767204">
                <a:tc>
                  <a:txBody>
                    <a:bodyPr/>
                    <a:lstStyle/>
                    <a:p>
                      <a:endParaRPr lang="nb-NO" sz="16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600" dirty="0">
                          <a:effectLst/>
                          <a:latin typeface="+mn-lt"/>
                          <a:ea typeface="Calibri" panose="020F0502020204030204" pitchFamily="34" charset="0"/>
                          <a:cs typeface="Times New Roman" panose="02020603050405020304" pitchFamily="18" charset="0"/>
                        </a:rPr>
                        <a:t>Reiseavstand på mer enn 20km fra hjemmet til en av de to treningslokalene (Gjøvik og/eller Lillehammer for pasienter som er aktuelle for stedbasert trening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9310711"/>
                  </a:ext>
                </a:extLst>
              </a:tr>
            </a:tbl>
          </a:graphicData>
        </a:graphic>
      </p:graphicFrame>
      <p:sp>
        <p:nvSpPr>
          <p:cNvPr id="4" name="Tittel 1">
            <a:extLst>
              <a:ext uri="{FF2B5EF4-FFF2-40B4-BE49-F238E27FC236}">
                <a16:creationId xmlns:a16="http://schemas.microsoft.com/office/drawing/2014/main" id="{58AE7064-D649-5CE5-478C-4434CC86C5BB}"/>
              </a:ext>
            </a:extLst>
          </p:cNvPr>
          <p:cNvSpPr>
            <a:spLocks noGrp="1"/>
          </p:cNvSpPr>
          <p:nvPr>
            <p:ph type="title"/>
          </p:nvPr>
        </p:nvSpPr>
        <p:spPr>
          <a:xfrm>
            <a:off x="1319427" y="209173"/>
            <a:ext cx="9326563" cy="1325563"/>
          </a:xfrm>
        </p:spPr>
        <p:txBody>
          <a:bodyPr/>
          <a:lstStyle/>
          <a:p>
            <a:r>
              <a:rPr lang="nb-NO" dirty="0"/>
              <a:t>Inklusjons- og eksklusjonskriterier</a:t>
            </a:r>
          </a:p>
        </p:txBody>
      </p:sp>
    </p:spTree>
    <p:extLst>
      <p:ext uri="{BB962C8B-B14F-4D97-AF65-F5344CB8AC3E}">
        <p14:creationId xmlns:p14="http://schemas.microsoft.com/office/powerpoint/2010/main" val="647862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2069A0D-B424-23C9-2876-41A4D1A1E86B}"/>
              </a:ext>
            </a:extLst>
          </p:cNvPr>
          <p:cNvSpPr>
            <a:spLocks noGrp="1"/>
          </p:cNvSpPr>
          <p:nvPr>
            <p:ph type="title"/>
          </p:nvPr>
        </p:nvSpPr>
        <p:spPr>
          <a:xfrm>
            <a:off x="1253614" y="-62371"/>
            <a:ext cx="8804786" cy="1533830"/>
          </a:xfrm>
        </p:spPr>
        <p:txBody>
          <a:bodyPr/>
          <a:lstStyle/>
          <a:p>
            <a:r>
              <a:rPr lang="nb-NO" dirty="0"/>
              <a:t>Studiedesign og studieoversikt</a:t>
            </a:r>
          </a:p>
        </p:txBody>
      </p:sp>
      <p:sp>
        <p:nvSpPr>
          <p:cNvPr id="3" name="Plassholder for tekst 2">
            <a:extLst>
              <a:ext uri="{FF2B5EF4-FFF2-40B4-BE49-F238E27FC236}">
                <a16:creationId xmlns:a16="http://schemas.microsoft.com/office/drawing/2014/main" id="{F2136BE0-3801-CA50-AA94-DA70EA37642E}"/>
              </a:ext>
            </a:extLst>
          </p:cNvPr>
          <p:cNvSpPr>
            <a:spLocks noGrp="1"/>
          </p:cNvSpPr>
          <p:nvPr>
            <p:ph type="body" sz="half" idx="2"/>
          </p:nvPr>
        </p:nvSpPr>
        <p:spPr/>
        <p:txBody>
          <a:bodyPr/>
          <a:lstStyle/>
          <a:p>
            <a:endParaRPr lang="nb-NO"/>
          </a:p>
        </p:txBody>
      </p:sp>
      <p:pic>
        <p:nvPicPr>
          <p:cNvPr id="4" name="Bilde 3">
            <a:extLst>
              <a:ext uri="{FF2B5EF4-FFF2-40B4-BE49-F238E27FC236}">
                <a16:creationId xmlns:a16="http://schemas.microsoft.com/office/drawing/2014/main" id="{339F8382-2A66-8E9D-F95C-6EDBBE0E240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703" b="4193"/>
          <a:stretch/>
        </p:blipFill>
        <p:spPr bwMode="auto">
          <a:xfrm>
            <a:off x="961004" y="1047749"/>
            <a:ext cx="9554596" cy="489712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10085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9994724-57F5-F8C2-3664-5F3DB4C987DA}"/>
              </a:ext>
            </a:extLst>
          </p:cNvPr>
          <p:cNvSpPr>
            <a:spLocks noGrp="1"/>
          </p:cNvSpPr>
          <p:nvPr>
            <p:ph type="title"/>
          </p:nvPr>
        </p:nvSpPr>
        <p:spPr>
          <a:xfrm>
            <a:off x="1435100" y="109696"/>
            <a:ext cx="8701088" cy="1325563"/>
          </a:xfrm>
        </p:spPr>
        <p:txBody>
          <a:bodyPr/>
          <a:lstStyle/>
          <a:p>
            <a:r>
              <a:rPr lang="nb-NO" dirty="0"/>
              <a:t>Funksjonell Helse </a:t>
            </a:r>
          </a:p>
        </p:txBody>
      </p:sp>
      <p:graphicFrame>
        <p:nvGraphicFramePr>
          <p:cNvPr id="15" name="Tabell 14">
            <a:extLst>
              <a:ext uri="{FF2B5EF4-FFF2-40B4-BE49-F238E27FC236}">
                <a16:creationId xmlns:a16="http://schemas.microsoft.com/office/drawing/2014/main" id="{0249876B-5A0D-9E38-9F82-D9BA87C6FE81}"/>
              </a:ext>
            </a:extLst>
          </p:cNvPr>
          <p:cNvGraphicFramePr>
            <a:graphicFrameLocks noGrp="1"/>
          </p:cNvGraphicFramePr>
          <p:nvPr>
            <p:extLst>
              <p:ext uri="{D42A27DB-BD31-4B8C-83A1-F6EECF244321}">
                <p14:modId xmlns:p14="http://schemas.microsoft.com/office/powerpoint/2010/main" val="62820635"/>
              </p:ext>
            </p:extLst>
          </p:nvPr>
        </p:nvGraphicFramePr>
        <p:xfrm>
          <a:off x="1435100" y="1477770"/>
          <a:ext cx="9566710" cy="4402056"/>
        </p:xfrm>
        <a:graphic>
          <a:graphicData uri="http://schemas.openxmlformats.org/drawingml/2006/table">
            <a:tbl>
              <a:tblPr firstRow="1" firstCol="1" bandRow="1"/>
              <a:tblGrid>
                <a:gridCol w="1368061">
                  <a:extLst>
                    <a:ext uri="{9D8B030D-6E8A-4147-A177-3AD203B41FA5}">
                      <a16:colId xmlns:a16="http://schemas.microsoft.com/office/drawing/2014/main" val="542878197"/>
                    </a:ext>
                  </a:extLst>
                </a:gridCol>
                <a:gridCol w="2922029">
                  <a:extLst>
                    <a:ext uri="{9D8B030D-6E8A-4147-A177-3AD203B41FA5}">
                      <a16:colId xmlns:a16="http://schemas.microsoft.com/office/drawing/2014/main" val="2067050102"/>
                    </a:ext>
                  </a:extLst>
                </a:gridCol>
                <a:gridCol w="2459440">
                  <a:extLst>
                    <a:ext uri="{9D8B030D-6E8A-4147-A177-3AD203B41FA5}">
                      <a16:colId xmlns:a16="http://schemas.microsoft.com/office/drawing/2014/main" val="3699507207"/>
                    </a:ext>
                  </a:extLst>
                </a:gridCol>
                <a:gridCol w="1178590">
                  <a:extLst>
                    <a:ext uri="{9D8B030D-6E8A-4147-A177-3AD203B41FA5}">
                      <a16:colId xmlns:a16="http://schemas.microsoft.com/office/drawing/2014/main" val="286535034"/>
                    </a:ext>
                  </a:extLst>
                </a:gridCol>
                <a:gridCol w="1638590">
                  <a:extLst>
                    <a:ext uri="{9D8B030D-6E8A-4147-A177-3AD203B41FA5}">
                      <a16:colId xmlns:a16="http://schemas.microsoft.com/office/drawing/2014/main" val="986640162"/>
                    </a:ext>
                  </a:extLst>
                </a:gridCol>
              </a:tblGrid>
              <a:tr h="407529">
                <a:tc>
                  <a:txBody>
                    <a:bodyPr/>
                    <a:lstStyle/>
                    <a:p>
                      <a:r>
                        <a:rPr lang="en-GB" sz="1400" b="1" dirty="0" err="1">
                          <a:effectLst/>
                          <a:latin typeface="+mn-lt"/>
                          <a:ea typeface="Calibri" panose="020F0502020204030204" pitchFamily="34" charset="0"/>
                          <a:cs typeface="Times New Roman" panose="02020603050405020304" pitchFamily="18" charset="0"/>
                        </a:rPr>
                        <a:t>Utfallsområde</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b="1" dirty="0" err="1">
                          <a:effectLst/>
                          <a:latin typeface="+mn-lt"/>
                          <a:ea typeface="Calibri" panose="020F0502020204030204" pitchFamily="34" charset="0"/>
                          <a:cs typeface="Times New Roman" panose="02020603050405020304" pitchFamily="18" charset="0"/>
                        </a:rPr>
                        <a:t>Utfallsmål</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b="1" dirty="0">
                          <a:effectLst/>
                          <a:latin typeface="+mn-lt"/>
                          <a:ea typeface="Calibri" panose="020F0502020204030204" pitchFamily="34" charset="0"/>
                          <a:cs typeface="Times New Roman" panose="02020603050405020304" pitchFamily="18" charset="0"/>
                        </a:rPr>
                        <a:t>Metode</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b="1" dirty="0">
                          <a:effectLst/>
                          <a:latin typeface="+mn-lt"/>
                          <a:ea typeface="Calibri" panose="020F0502020204030204" pitchFamily="34" charset="0"/>
                          <a:cs typeface="Times New Roman" panose="02020603050405020304" pitchFamily="18" charset="0"/>
                        </a:rPr>
                        <a:t>Sted for analyser</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b="1" dirty="0">
                          <a:effectLst/>
                          <a:latin typeface="+mn-lt"/>
                          <a:ea typeface="Calibri" panose="020F0502020204030204" pitchFamily="34" charset="0"/>
                          <a:cs typeface="Times New Roman" panose="02020603050405020304" pitchFamily="18" charset="0"/>
                        </a:rPr>
                        <a:t>Ansvar</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2103171"/>
                  </a:ext>
                </a:extLst>
              </a:tr>
              <a:tr h="815060">
                <a:tc>
                  <a:txBody>
                    <a:bodyPr/>
                    <a:lstStyle/>
                    <a:p>
                      <a:r>
                        <a:rPr lang="en-GB" sz="1800" dirty="0" err="1">
                          <a:effectLst/>
                          <a:latin typeface="+mn-lt"/>
                          <a:ea typeface="Calibri" panose="020F0502020204030204" pitchFamily="34" charset="0"/>
                          <a:cs typeface="Times New Roman" panose="02020603050405020304" pitchFamily="18" charset="0"/>
                        </a:rPr>
                        <a:t>Funksjonell</a:t>
                      </a:r>
                      <a:r>
                        <a:rPr lang="en-GB" sz="1800" dirty="0">
                          <a:effectLst/>
                          <a:latin typeface="+mn-lt"/>
                          <a:ea typeface="Calibri" panose="020F0502020204030204" pitchFamily="34" charset="0"/>
                          <a:cs typeface="Times New Roman" panose="02020603050405020304" pitchFamily="18" charset="0"/>
                        </a:rPr>
                        <a:t> </a:t>
                      </a:r>
                      <a:r>
                        <a:rPr lang="en-GB" sz="1800" dirty="0" err="1">
                          <a:effectLst/>
                          <a:latin typeface="+mn-lt"/>
                          <a:ea typeface="Calibri" panose="020F0502020204030204" pitchFamily="34" charset="0"/>
                          <a:cs typeface="Times New Roman" panose="02020603050405020304" pitchFamily="18" charset="0"/>
                        </a:rPr>
                        <a:t>helse</a:t>
                      </a:r>
                      <a:endParaRPr lang="nb-NO"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r>
                        <a:rPr lang="nb-NO" sz="1800" b="1" dirty="0">
                          <a:effectLst/>
                          <a:latin typeface="+mn-lt"/>
                          <a:ea typeface="Calibri" panose="020F0502020204030204" pitchFamily="34" charset="0"/>
                          <a:cs typeface="Times New Roman" panose="02020603050405020304" pitchFamily="18" charset="0"/>
                        </a:rPr>
                        <a:t>Maksimal muskelstyrke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err="1">
                          <a:effectLst/>
                          <a:latin typeface="+mn-lt"/>
                          <a:ea typeface="Calibri" panose="020F0502020204030204" pitchFamily="34" charset="0"/>
                          <a:cs typeface="Times New Roman" panose="02020603050405020304" pitchFamily="18" charset="0"/>
                        </a:rPr>
                        <a:t>Maksimal</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muskelstyrke</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benpress</a:t>
                      </a:r>
                      <a:r>
                        <a:rPr lang="en-GB" sz="1400" dirty="0">
                          <a:effectLst/>
                          <a:latin typeface="+mn-lt"/>
                          <a:ea typeface="Calibri" panose="020F0502020204030204" pitchFamily="34" charset="0"/>
                          <a:cs typeface="Times New Roman" panose="02020603050405020304" pitchFamily="18" charset="0"/>
                        </a:rPr>
                        <a:t>; Keiser, </a:t>
                      </a:r>
                      <a:r>
                        <a:rPr lang="en-GB" sz="1400" dirty="0" err="1">
                          <a:effectLst/>
                          <a:latin typeface="+mn-lt"/>
                          <a:ea typeface="Calibri" panose="020F0502020204030204" pitchFamily="34" charset="0"/>
                          <a:cs typeface="Times New Roman" panose="02020603050405020304" pitchFamily="18" charset="0"/>
                        </a:rPr>
                        <a:t>Humac</a:t>
                      </a:r>
                      <a:r>
                        <a:rPr lang="en-GB" sz="1400" dirty="0">
                          <a:effectLst/>
                          <a:latin typeface="+mn-lt"/>
                          <a:ea typeface="Calibri" panose="020F0502020204030204" pitchFamily="34" charset="0"/>
                          <a:cs typeface="Times New Roman" panose="02020603050405020304" pitchFamily="18" charset="0"/>
                        </a:rPr>
                        <a:t>), push-up</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a:effectLst/>
                          <a:latin typeface="+mn-lt"/>
                          <a:ea typeface="Calibri" panose="020F0502020204030204" pitchFamily="34" charset="0"/>
                          <a:cs typeface="Times New Roman" panose="02020603050405020304" pitchFamily="18" charset="0"/>
                        </a:rPr>
                        <a:t>INN</a:t>
                      </a:r>
                      <a:endParaRPr lang="nb-NO" sz="12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200" dirty="0" err="1">
                          <a:effectLst/>
                          <a:latin typeface="+mn-lt"/>
                          <a:ea typeface="Calibri" panose="020F0502020204030204" pitchFamily="34" charset="0"/>
                          <a:cs typeface="Times New Roman" panose="02020603050405020304" pitchFamily="18" charset="0"/>
                        </a:rPr>
                        <a:t>PhD</a:t>
                      </a:r>
                      <a:r>
                        <a:rPr lang="nb-NO" sz="1200" dirty="0">
                          <a:effectLst/>
                          <a:latin typeface="+mn-lt"/>
                          <a:ea typeface="Calibri" panose="020F0502020204030204" pitchFamily="34" charset="0"/>
                          <a:cs typeface="Times New Roman" panose="02020603050405020304" pitchFamily="18" charset="0"/>
                        </a:rPr>
                        <a:t> kandidat, </a:t>
                      </a:r>
                      <a:r>
                        <a:rPr lang="nb-NO" sz="1200" dirty="0" err="1">
                          <a:effectLst/>
                          <a:latin typeface="+mn-lt"/>
                          <a:ea typeface="Calibri" panose="020F0502020204030204" pitchFamily="34" charset="0"/>
                          <a:cs typeface="Times New Roman" panose="02020603050405020304" pitchFamily="18" charset="0"/>
                        </a:rPr>
                        <a:t>Rustaden</a:t>
                      </a:r>
                      <a:r>
                        <a:rPr lang="nb-NO" sz="1200" dirty="0">
                          <a:effectLst/>
                          <a:latin typeface="+mn-lt"/>
                          <a:ea typeface="Calibri" panose="020F0502020204030204" pitchFamily="34" charset="0"/>
                          <a:cs typeface="Times New Roman" panose="02020603050405020304" pitchFamily="18" charset="0"/>
                        </a:rPr>
                        <a:t>, Hamarsland, </a:t>
                      </a:r>
                      <a:r>
                        <a:rPr lang="nb-NO" sz="1200" dirty="0" err="1">
                          <a:effectLst/>
                          <a:latin typeface="+mn-lt"/>
                          <a:ea typeface="Calibri" panose="020F0502020204030204" pitchFamily="34" charset="0"/>
                          <a:cs typeface="Times New Roman" panose="02020603050405020304" pitchFamily="18" charset="0"/>
                        </a:rPr>
                        <a:t>Ma</a:t>
                      </a:r>
                      <a:r>
                        <a:rPr lang="nb-NO" sz="1200" dirty="0">
                          <a:effectLst/>
                          <a:latin typeface="+mn-lt"/>
                          <a:ea typeface="Calibri" panose="020F0502020204030204" pitchFamily="34" charset="0"/>
                          <a:cs typeface="Times New Roman" panose="02020603050405020304" pitchFamily="18" charset="0"/>
                        </a:rPr>
                        <a:t>- og ba studenter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776664"/>
                  </a:ext>
                </a:extLst>
              </a:tr>
              <a:tr h="918861">
                <a:tc>
                  <a:txBody>
                    <a:bodyPr/>
                    <a:lstStyle/>
                    <a:p>
                      <a:r>
                        <a:rPr lang="en-GB" sz="1400" dirty="0">
                          <a:effectLst/>
                          <a:latin typeface="+mn-lt"/>
                          <a:ea typeface="Calibri" panose="020F0502020204030204" pitchFamily="34" charset="0"/>
                          <a:cs typeface="Times New Roman" panose="02020603050405020304" pitchFamily="18" charset="0"/>
                        </a:rPr>
                        <a:t> </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r>
                        <a:rPr lang="en-GB" sz="1800" b="1" dirty="0" err="1">
                          <a:effectLst/>
                          <a:latin typeface="+mn-lt"/>
                          <a:ea typeface="Calibri" panose="020F0502020204030204" pitchFamily="34" charset="0"/>
                          <a:cs typeface="Times New Roman" panose="02020603050405020304" pitchFamily="18" charset="0"/>
                        </a:rPr>
                        <a:t>Utholdende</a:t>
                      </a:r>
                      <a:r>
                        <a:rPr lang="en-GB" sz="1800" b="1" dirty="0">
                          <a:effectLst/>
                          <a:latin typeface="+mn-lt"/>
                          <a:ea typeface="Calibri" panose="020F0502020204030204" pitchFamily="34" charset="0"/>
                          <a:cs typeface="Times New Roman" panose="02020603050405020304" pitchFamily="18" charset="0"/>
                        </a:rPr>
                        <a:t> </a:t>
                      </a:r>
                      <a:r>
                        <a:rPr lang="en-GB" sz="1800" b="1" dirty="0" err="1">
                          <a:effectLst/>
                          <a:latin typeface="+mn-lt"/>
                          <a:ea typeface="Calibri" panose="020F0502020204030204" pitchFamily="34" charset="0"/>
                          <a:cs typeface="Times New Roman" panose="02020603050405020304" pitchFamily="18" charset="0"/>
                        </a:rPr>
                        <a:t>styrke</a:t>
                      </a:r>
                      <a:endParaRPr lang="nb-NO" sz="1800" b="1"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err="1">
                          <a:effectLst/>
                          <a:latin typeface="+mn-lt"/>
                          <a:ea typeface="Calibri" panose="020F0502020204030204" pitchFamily="34" charset="0"/>
                          <a:cs typeface="Times New Roman" panose="02020603050405020304" pitchFamily="18" charset="0"/>
                        </a:rPr>
                        <a:t>Korrekt</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utførte</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repetisjoner</a:t>
                      </a:r>
                      <a:r>
                        <a:rPr lang="en-GB" sz="1400" dirty="0">
                          <a:effectLst/>
                          <a:latin typeface="+mn-lt"/>
                          <a:ea typeface="Calibri" panose="020F0502020204030204" pitchFamily="34" charset="0"/>
                          <a:cs typeface="Times New Roman" panose="02020603050405020304" pitchFamily="18" charset="0"/>
                        </a:rPr>
                        <a:t> med 70% </a:t>
                      </a:r>
                      <a:r>
                        <a:rPr lang="en-GB" sz="1400" dirty="0" err="1">
                          <a:effectLst/>
                          <a:latin typeface="+mn-lt"/>
                          <a:ea typeface="Calibri" panose="020F0502020204030204" pitchFamily="34" charset="0"/>
                          <a:cs typeface="Times New Roman" panose="02020603050405020304" pitchFamily="18" charset="0"/>
                        </a:rPr>
                        <a:t>av</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maksimal</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muskelstyrke</a:t>
                      </a:r>
                      <a:r>
                        <a:rPr lang="en-GB" sz="1400" dirty="0">
                          <a:effectLst/>
                          <a:latin typeface="+mn-lt"/>
                          <a:ea typeface="Calibri" panose="020F0502020204030204" pitchFamily="34" charset="0"/>
                          <a:cs typeface="Times New Roman" panose="02020603050405020304" pitchFamily="18" charset="0"/>
                        </a:rPr>
                        <a:t> I </a:t>
                      </a:r>
                      <a:r>
                        <a:rPr lang="en-GB" sz="1400" dirty="0" err="1">
                          <a:effectLst/>
                          <a:latin typeface="+mn-lt"/>
                          <a:ea typeface="Calibri" panose="020F0502020204030204" pitchFamily="34" charset="0"/>
                          <a:cs typeface="Times New Roman" panose="02020603050405020304" pitchFamily="18" charset="0"/>
                        </a:rPr>
                        <a:t>benpress</a:t>
                      </a:r>
                      <a:r>
                        <a:rPr lang="en-GB" sz="1400" dirty="0">
                          <a:effectLst/>
                          <a:latin typeface="+mn-lt"/>
                          <a:ea typeface="Calibri" panose="020F0502020204030204" pitchFamily="34" charset="0"/>
                          <a:cs typeface="Times New Roman" panose="02020603050405020304" pitchFamily="18" charset="0"/>
                        </a:rPr>
                        <a:t> (Keiser)</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a:effectLst/>
                          <a:latin typeface="+mn-lt"/>
                          <a:ea typeface="Calibri" panose="020F0502020204030204" pitchFamily="34" charset="0"/>
                          <a:cs typeface="Times New Roman" panose="02020603050405020304" pitchFamily="18" charset="0"/>
                        </a:rPr>
                        <a:t>INN</a:t>
                      </a:r>
                      <a:endParaRPr lang="nb-NO" sz="12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200" dirty="0" err="1">
                          <a:effectLst/>
                          <a:latin typeface="+mn-lt"/>
                          <a:ea typeface="Calibri" panose="020F0502020204030204" pitchFamily="34" charset="0"/>
                          <a:cs typeface="Times New Roman" panose="02020603050405020304" pitchFamily="18" charset="0"/>
                        </a:rPr>
                        <a:t>PhD</a:t>
                      </a:r>
                      <a:r>
                        <a:rPr lang="nb-NO" sz="1200" dirty="0">
                          <a:effectLst/>
                          <a:latin typeface="+mn-lt"/>
                          <a:ea typeface="Calibri" panose="020F0502020204030204" pitchFamily="34" charset="0"/>
                          <a:cs typeface="Times New Roman" panose="02020603050405020304" pitchFamily="18" charset="0"/>
                        </a:rPr>
                        <a:t> kandidat, </a:t>
                      </a:r>
                      <a:r>
                        <a:rPr lang="nb-NO" sz="1200" dirty="0" err="1">
                          <a:effectLst/>
                          <a:latin typeface="+mn-lt"/>
                          <a:ea typeface="Calibri" panose="020F0502020204030204" pitchFamily="34" charset="0"/>
                          <a:cs typeface="Times New Roman" panose="02020603050405020304" pitchFamily="18" charset="0"/>
                        </a:rPr>
                        <a:t>Rustaden</a:t>
                      </a:r>
                      <a:r>
                        <a:rPr lang="nb-NO" sz="1200" dirty="0">
                          <a:effectLst/>
                          <a:latin typeface="+mn-lt"/>
                          <a:ea typeface="Calibri" panose="020F0502020204030204" pitchFamily="34" charset="0"/>
                          <a:cs typeface="Times New Roman" panose="02020603050405020304" pitchFamily="18" charset="0"/>
                        </a:rPr>
                        <a:t>, Hamarsland, </a:t>
                      </a:r>
                      <a:r>
                        <a:rPr lang="nb-NO" sz="1200" dirty="0" err="1">
                          <a:effectLst/>
                          <a:latin typeface="+mn-lt"/>
                          <a:ea typeface="Calibri" panose="020F0502020204030204" pitchFamily="34" charset="0"/>
                          <a:cs typeface="Times New Roman" panose="02020603050405020304" pitchFamily="18" charset="0"/>
                        </a:rPr>
                        <a:t>Ma</a:t>
                      </a:r>
                      <a:r>
                        <a:rPr lang="nb-NO" sz="1200" dirty="0">
                          <a:effectLst/>
                          <a:latin typeface="+mn-lt"/>
                          <a:ea typeface="Calibri" panose="020F0502020204030204" pitchFamily="34" charset="0"/>
                          <a:cs typeface="Times New Roman" panose="02020603050405020304" pitchFamily="18" charset="0"/>
                        </a:rPr>
                        <a:t>- og ba studenter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7078354"/>
                  </a:ext>
                </a:extLst>
              </a:tr>
              <a:tr h="815060">
                <a:tc>
                  <a:txBody>
                    <a:bodyPr/>
                    <a:lstStyle/>
                    <a:p>
                      <a:r>
                        <a:rPr lang="en-GB" sz="1400">
                          <a:effectLst/>
                          <a:latin typeface="+mn-lt"/>
                          <a:ea typeface="Calibri" panose="020F0502020204030204" pitchFamily="34" charset="0"/>
                          <a:cs typeface="Times New Roman" panose="02020603050405020304" pitchFamily="18" charset="0"/>
                        </a:rPr>
                        <a:t> </a:t>
                      </a:r>
                      <a:endParaRPr lang="nb-NO" sz="14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r>
                        <a:rPr lang="en-GB" sz="1800" b="1" dirty="0" err="1">
                          <a:effectLst/>
                          <a:latin typeface="+mn-lt"/>
                          <a:ea typeface="Calibri" panose="020F0502020204030204" pitchFamily="34" charset="0"/>
                          <a:cs typeface="Times New Roman" panose="02020603050405020304" pitchFamily="18" charset="0"/>
                        </a:rPr>
                        <a:t>Funksjonell</a:t>
                      </a:r>
                      <a:r>
                        <a:rPr lang="en-GB" sz="1800" b="1" dirty="0">
                          <a:effectLst/>
                          <a:latin typeface="+mn-lt"/>
                          <a:ea typeface="Calibri" panose="020F0502020204030204" pitchFamily="34" charset="0"/>
                          <a:cs typeface="Times New Roman" panose="02020603050405020304" pitchFamily="18" charset="0"/>
                        </a:rPr>
                        <a:t> form </a:t>
                      </a:r>
                      <a:endParaRPr lang="nb-NO" sz="1800" b="1"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err="1">
                          <a:effectLst/>
                          <a:latin typeface="+mn-lt"/>
                          <a:ea typeface="Calibri" panose="020F0502020204030204" pitchFamily="34" charset="0"/>
                          <a:cs typeface="Times New Roman" panose="02020603050405020304" pitchFamily="18" charset="0"/>
                        </a:rPr>
                        <a:t>Seks</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minutters</a:t>
                      </a:r>
                      <a:r>
                        <a:rPr lang="en-GB" sz="1400" dirty="0">
                          <a:effectLst/>
                          <a:latin typeface="+mn-lt"/>
                          <a:ea typeface="Calibri" panose="020F0502020204030204" pitchFamily="34" charset="0"/>
                          <a:cs typeface="Times New Roman" panose="02020603050405020304" pitchFamily="18" charset="0"/>
                        </a:rPr>
                        <a:t> step test, BBS</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200">
                          <a:effectLst/>
                          <a:latin typeface="+mn-lt"/>
                          <a:ea typeface="Calibri" panose="020F0502020204030204" pitchFamily="34" charset="0"/>
                          <a:cs typeface="Times New Roman" panose="02020603050405020304" pitchFamily="18" charset="0"/>
                        </a:rPr>
                        <a:t>INN</a:t>
                      </a:r>
                      <a:endParaRPr lang="nb-NO" sz="12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200" dirty="0">
                          <a:effectLst/>
                          <a:latin typeface="+mn-lt"/>
                          <a:ea typeface="Calibri" panose="020F0502020204030204" pitchFamily="34" charset="0"/>
                          <a:cs typeface="Times New Roman" panose="02020603050405020304" pitchFamily="18" charset="0"/>
                        </a:rPr>
                        <a:t>PhD </a:t>
                      </a:r>
                      <a:r>
                        <a:rPr lang="en-GB" sz="1200" dirty="0" err="1">
                          <a:effectLst/>
                          <a:latin typeface="+mn-lt"/>
                          <a:ea typeface="Calibri" panose="020F0502020204030204" pitchFamily="34" charset="0"/>
                          <a:cs typeface="Times New Roman" panose="02020603050405020304" pitchFamily="18" charset="0"/>
                        </a:rPr>
                        <a:t>kandidat</a:t>
                      </a:r>
                      <a:r>
                        <a:rPr lang="en-GB" sz="1200" dirty="0">
                          <a:effectLst/>
                          <a:latin typeface="+mn-lt"/>
                          <a:ea typeface="Calibri" panose="020F0502020204030204" pitchFamily="34" charset="0"/>
                          <a:cs typeface="Times New Roman" panose="02020603050405020304" pitchFamily="18" charset="0"/>
                        </a:rPr>
                        <a:t>, </a:t>
                      </a:r>
                      <a:r>
                        <a:rPr lang="en-GB" sz="1200" dirty="0" err="1">
                          <a:effectLst/>
                          <a:latin typeface="+mn-lt"/>
                          <a:ea typeface="Calibri" panose="020F0502020204030204" pitchFamily="34" charset="0"/>
                          <a:cs typeface="Times New Roman" panose="02020603050405020304" pitchFamily="18" charset="0"/>
                        </a:rPr>
                        <a:t>Rustaden</a:t>
                      </a:r>
                      <a:r>
                        <a:rPr lang="en-GB" sz="1200" dirty="0">
                          <a:effectLst/>
                          <a:latin typeface="+mn-lt"/>
                          <a:ea typeface="Calibri" panose="020F0502020204030204" pitchFamily="34" charset="0"/>
                          <a:cs typeface="Times New Roman" panose="02020603050405020304" pitchFamily="18" charset="0"/>
                        </a:rPr>
                        <a:t>, </a:t>
                      </a:r>
                      <a:r>
                        <a:rPr lang="en-GB" sz="1200" dirty="0" err="1">
                          <a:effectLst/>
                          <a:latin typeface="+mn-lt"/>
                          <a:ea typeface="Calibri" panose="020F0502020204030204" pitchFamily="34" charset="0"/>
                          <a:cs typeface="Times New Roman" panose="02020603050405020304" pitchFamily="18" charset="0"/>
                        </a:rPr>
                        <a:t>Hamarsland</a:t>
                      </a:r>
                      <a:r>
                        <a:rPr lang="en-GB" sz="1200" dirty="0">
                          <a:effectLst/>
                          <a:latin typeface="+mn-lt"/>
                          <a:ea typeface="Calibri" panose="020F0502020204030204" pitchFamily="34" charset="0"/>
                          <a:cs typeface="Times New Roman" panose="02020603050405020304" pitchFamily="18" charset="0"/>
                        </a:rPr>
                        <a:t>, </a:t>
                      </a:r>
                      <a:r>
                        <a:rPr lang="nb-NO" sz="1200" dirty="0" err="1">
                          <a:effectLst/>
                          <a:latin typeface="+mn-lt"/>
                          <a:ea typeface="Calibri" panose="020F0502020204030204" pitchFamily="34" charset="0"/>
                          <a:cs typeface="Times New Roman" panose="02020603050405020304" pitchFamily="18" charset="0"/>
                        </a:rPr>
                        <a:t>Ma</a:t>
                      </a:r>
                      <a:r>
                        <a:rPr lang="nb-NO" sz="1200" dirty="0">
                          <a:effectLst/>
                          <a:latin typeface="+mn-lt"/>
                          <a:ea typeface="Calibri" panose="020F0502020204030204" pitchFamily="34" charset="0"/>
                          <a:cs typeface="Times New Roman" panose="02020603050405020304" pitchFamily="18" charset="0"/>
                        </a:rPr>
                        <a:t>- og ba studenter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9575503"/>
                  </a:ext>
                </a:extLst>
              </a:tr>
              <a:tr h="815060">
                <a:tc>
                  <a:txBody>
                    <a:bodyPr/>
                    <a:lstStyle/>
                    <a:p>
                      <a:r>
                        <a:rPr lang="en-GB" sz="1400" dirty="0">
                          <a:effectLst/>
                          <a:latin typeface="+mn-lt"/>
                          <a:ea typeface="Calibri" panose="020F0502020204030204" pitchFamily="34" charset="0"/>
                          <a:cs typeface="Times New Roman" panose="02020603050405020304" pitchFamily="18" charset="0"/>
                        </a:rPr>
                        <a:t> </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r>
                        <a:rPr lang="en-GB" sz="1800" b="1" dirty="0" err="1">
                          <a:effectLst/>
                          <a:latin typeface="+mn-lt"/>
                          <a:ea typeface="Calibri" panose="020F0502020204030204" pitchFamily="34" charset="0"/>
                          <a:cs typeface="Times New Roman" panose="02020603050405020304" pitchFamily="18" charset="0"/>
                        </a:rPr>
                        <a:t>Muskelmasse</a:t>
                      </a:r>
                      <a:endParaRPr lang="nb-NO" sz="1800" b="1"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a:effectLst/>
                          <a:latin typeface="+mn-lt"/>
                          <a:ea typeface="Calibri" panose="020F0502020204030204" pitchFamily="34" charset="0"/>
                          <a:cs typeface="Times New Roman" panose="02020603050405020304" pitchFamily="18" charset="0"/>
                        </a:rPr>
                        <a:t>DEXA, MR, </a:t>
                      </a:r>
                      <a:r>
                        <a:rPr lang="en-GB" sz="1400" dirty="0" err="1">
                          <a:effectLst/>
                          <a:latin typeface="+mn-lt"/>
                          <a:ea typeface="Calibri" panose="020F0502020204030204" pitchFamily="34" charset="0"/>
                          <a:cs typeface="Times New Roman" panose="02020603050405020304" pitchFamily="18" charset="0"/>
                        </a:rPr>
                        <a:t>ultralyd</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a:effectLst/>
                          <a:latin typeface="+mn-lt"/>
                          <a:ea typeface="Calibri" panose="020F0502020204030204" pitchFamily="34" charset="0"/>
                          <a:cs typeface="Times New Roman" panose="02020603050405020304" pitchFamily="18" charset="0"/>
                        </a:rPr>
                        <a:t>INN,</a:t>
                      </a:r>
                      <a:r>
                        <a:rPr lang="en-GB" sz="1200">
                          <a:effectLst/>
                          <a:latin typeface="+mn-lt"/>
                          <a:ea typeface="Calibri" panose="020F0502020204030204" pitchFamily="34" charset="0"/>
                          <a:cs typeface="Times New Roman" panose="02020603050405020304" pitchFamily="18" charset="0"/>
                        </a:rPr>
                        <a:t> SI</a:t>
                      </a:r>
                      <a:endParaRPr lang="nb-NO" sz="12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200" dirty="0" err="1">
                          <a:effectLst/>
                          <a:latin typeface="+mn-lt"/>
                          <a:ea typeface="Calibri" panose="020F0502020204030204" pitchFamily="34" charset="0"/>
                          <a:cs typeface="Times New Roman" panose="02020603050405020304" pitchFamily="18" charset="0"/>
                        </a:rPr>
                        <a:t>PhD</a:t>
                      </a:r>
                      <a:r>
                        <a:rPr lang="nb-NO" sz="1200" dirty="0">
                          <a:effectLst/>
                          <a:latin typeface="+mn-lt"/>
                          <a:ea typeface="Calibri" panose="020F0502020204030204" pitchFamily="34" charset="0"/>
                          <a:cs typeface="Times New Roman" panose="02020603050405020304" pitchFamily="18" charset="0"/>
                        </a:rPr>
                        <a:t> kandidat, </a:t>
                      </a:r>
                      <a:r>
                        <a:rPr lang="nb-NO" sz="1200" dirty="0" err="1">
                          <a:effectLst/>
                          <a:latin typeface="+mn-lt"/>
                          <a:ea typeface="Calibri" panose="020F0502020204030204" pitchFamily="34" charset="0"/>
                          <a:cs typeface="Times New Roman" panose="02020603050405020304" pitchFamily="18" charset="0"/>
                        </a:rPr>
                        <a:t>Rustaden</a:t>
                      </a:r>
                      <a:r>
                        <a:rPr lang="nb-NO" sz="1200" dirty="0">
                          <a:effectLst/>
                          <a:latin typeface="+mn-lt"/>
                          <a:ea typeface="Calibri" panose="020F0502020204030204" pitchFamily="34" charset="0"/>
                          <a:cs typeface="Times New Roman" panose="02020603050405020304" pitchFamily="18" charset="0"/>
                        </a:rPr>
                        <a:t>, Ellefsen, Hamarsland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3909711"/>
                  </a:ext>
                </a:extLst>
              </a:tr>
              <a:tr h="611295">
                <a:tc>
                  <a:txBody>
                    <a:bodyPr/>
                    <a:lstStyle/>
                    <a:p>
                      <a:r>
                        <a:rPr lang="nb-NO" sz="1400">
                          <a:effectLst/>
                          <a:latin typeface="+mn-lt"/>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r>
                        <a:rPr lang="en-GB" sz="1800" b="1" dirty="0" err="1">
                          <a:effectLst/>
                          <a:latin typeface="+mn-lt"/>
                          <a:ea typeface="Calibri" panose="020F0502020204030204" pitchFamily="34" charset="0"/>
                          <a:cs typeface="Times New Roman" panose="02020603050405020304" pitchFamily="18" charset="0"/>
                        </a:rPr>
                        <a:t>Treningsetterlevelse</a:t>
                      </a:r>
                      <a:r>
                        <a:rPr lang="en-GB" sz="1800" b="1" dirty="0">
                          <a:effectLst/>
                          <a:latin typeface="+mn-lt"/>
                          <a:ea typeface="Calibri" panose="020F0502020204030204" pitchFamily="34" charset="0"/>
                          <a:cs typeface="Times New Roman" panose="02020603050405020304" pitchFamily="18" charset="0"/>
                        </a:rPr>
                        <a:t> </a:t>
                      </a:r>
                    </a:p>
                    <a:p>
                      <a:r>
                        <a:rPr lang="en-GB" sz="1800" b="1" dirty="0">
                          <a:effectLst/>
                          <a:latin typeface="+mn-lt"/>
                          <a:ea typeface="Calibri" panose="020F0502020204030204" pitchFamily="34" charset="0"/>
                          <a:cs typeface="Times New Roman" panose="02020603050405020304" pitchFamily="18" charset="0"/>
                        </a:rPr>
                        <a:t>(adherence)</a:t>
                      </a:r>
                      <a:endParaRPr lang="nb-NO" sz="1800" b="1"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err="1">
                          <a:effectLst/>
                          <a:latin typeface="+mn-lt"/>
                          <a:ea typeface="Calibri" panose="020F0502020204030204" pitchFamily="34" charset="0"/>
                          <a:cs typeface="Times New Roman" panose="02020603050405020304" pitchFamily="18" charset="0"/>
                        </a:rPr>
                        <a:t>Prosentandel</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fullførte</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treningsøkter</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200" dirty="0">
                          <a:effectLst/>
                          <a:latin typeface="+mn-lt"/>
                          <a:ea typeface="Calibri" panose="020F0502020204030204" pitchFamily="34" charset="0"/>
                          <a:cs typeface="Times New Roman" panose="02020603050405020304" pitchFamily="18" charset="0"/>
                        </a:rPr>
                        <a:t>INN</a:t>
                      </a:r>
                      <a:endParaRPr lang="nb-NO" sz="12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200" dirty="0" err="1">
                          <a:effectLst/>
                          <a:latin typeface="+mn-lt"/>
                          <a:ea typeface="Calibri" panose="020F0502020204030204" pitchFamily="34" charset="0"/>
                          <a:cs typeface="Times New Roman" panose="02020603050405020304" pitchFamily="18" charset="0"/>
                        </a:rPr>
                        <a:t>PhD</a:t>
                      </a:r>
                      <a:r>
                        <a:rPr lang="nb-NO" sz="1200" dirty="0">
                          <a:effectLst/>
                          <a:latin typeface="+mn-lt"/>
                          <a:ea typeface="Calibri" panose="020F0502020204030204" pitchFamily="34" charset="0"/>
                          <a:cs typeface="Times New Roman" panose="02020603050405020304" pitchFamily="18" charset="0"/>
                        </a:rPr>
                        <a:t> kandidat, Rustaden, Strøm, Sæther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1058951"/>
                  </a:ext>
                </a:extLst>
              </a:tr>
            </a:tbl>
          </a:graphicData>
        </a:graphic>
      </p:graphicFrame>
      <p:pic>
        <p:nvPicPr>
          <p:cNvPr id="3" name="Grafikk 2" descr="Kroppsbygger kontur">
            <a:extLst>
              <a:ext uri="{FF2B5EF4-FFF2-40B4-BE49-F238E27FC236}">
                <a16:creationId xmlns:a16="http://schemas.microsoft.com/office/drawing/2014/main" id="{F72E7D99-6EB3-32C7-E78A-6E85646B9F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12400" y="336709"/>
            <a:ext cx="914400" cy="914400"/>
          </a:xfrm>
          <a:prstGeom prst="rect">
            <a:avLst/>
          </a:prstGeom>
        </p:spPr>
      </p:pic>
      <p:pic>
        <p:nvPicPr>
          <p:cNvPr id="4" name="Plassholder for innhold 7" descr="Utklippstavle delvis avkrysset kontur">
            <a:extLst>
              <a:ext uri="{FF2B5EF4-FFF2-40B4-BE49-F238E27FC236}">
                <a16:creationId xmlns:a16="http://schemas.microsoft.com/office/drawing/2014/main" id="{65D3172F-9D13-7B5C-46AB-2C960265364D}"/>
              </a:ext>
            </a:extLst>
          </p:cNvPr>
          <p:cNvPicPr>
            <a:picLocks noGrp="1" noChangeAspect="1"/>
          </p:cNvPicPr>
          <p:nvPr>
            <p:ph sz="half" idx="1"/>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02944" y="379220"/>
            <a:ext cx="914400" cy="914400"/>
          </a:xfrm>
        </p:spPr>
      </p:pic>
      <p:pic>
        <p:nvPicPr>
          <p:cNvPr id="5" name="Grafikk 4" descr="Skjelett kontur">
            <a:extLst>
              <a:ext uri="{FF2B5EF4-FFF2-40B4-BE49-F238E27FC236}">
                <a16:creationId xmlns:a16="http://schemas.microsoft.com/office/drawing/2014/main" id="{EC2DC3E0-45CB-FEBE-9303-CDB5D4F255A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92870" y="379220"/>
            <a:ext cx="829377" cy="829377"/>
          </a:xfrm>
          <a:prstGeom prst="rect">
            <a:avLst/>
          </a:prstGeom>
        </p:spPr>
      </p:pic>
    </p:spTree>
    <p:extLst>
      <p:ext uri="{BB962C8B-B14F-4D97-AF65-F5344CB8AC3E}">
        <p14:creationId xmlns:p14="http://schemas.microsoft.com/office/powerpoint/2010/main" val="1937392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BD6F3CCB-5671-6034-FB44-1025B073EB53}"/>
              </a:ext>
            </a:extLst>
          </p:cNvPr>
          <p:cNvSpPr>
            <a:spLocks noGrp="1"/>
          </p:cNvSpPr>
          <p:nvPr>
            <p:ph type="title"/>
          </p:nvPr>
        </p:nvSpPr>
        <p:spPr/>
        <p:txBody>
          <a:bodyPr/>
          <a:lstStyle/>
          <a:p>
            <a:r>
              <a:rPr lang="nb-NO" dirty="0"/>
              <a:t>Mental helse</a:t>
            </a:r>
          </a:p>
        </p:txBody>
      </p:sp>
      <p:graphicFrame>
        <p:nvGraphicFramePr>
          <p:cNvPr id="8" name="Plassholder for innhold 7">
            <a:extLst>
              <a:ext uri="{FF2B5EF4-FFF2-40B4-BE49-F238E27FC236}">
                <a16:creationId xmlns:a16="http://schemas.microsoft.com/office/drawing/2014/main" id="{5A4A224C-72A8-5376-8EC1-7C57C1B544A5}"/>
              </a:ext>
            </a:extLst>
          </p:cNvPr>
          <p:cNvGraphicFramePr>
            <a:graphicFrameLocks noGrp="1"/>
          </p:cNvGraphicFramePr>
          <p:nvPr>
            <p:ph idx="1"/>
            <p:extLst>
              <p:ext uri="{D42A27DB-BD31-4B8C-83A1-F6EECF244321}">
                <p14:modId xmlns:p14="http://schemas.microsoft.com/office/powerpoint/2010/main" val="2884376630"/>
              </p:ext>
            </p:extLst>
          </p:nvPr>
        </p:nvGraphicFramePr>
        <p:xfrm>
          <a:off x="1768475" y="2178615"/>
          <a:ext cx="9872664" cy="3208388"/>
        </p:xfrm>
        <a:graphic>
          <a:graphicData uri="http://schemas.openxmlformats.org/drawingml/2006/table">
            <a:tbl>
              <a:tblPr firstRow="1" firstCol="1" bandRow="1"/>
              <a:tblGrid>
                <a:gridCol w="1414463">
                  <a:extLst>
                    <a:ext uri="{9D8B030D-6E8A-4147-A177-3AD203B41FA5}">
                      <a16:colId xmlns:a16="http://schemas.microsoft.com/office/drawing/2014/main" val="430101148"/>
                    </a:ext>
                  </a:extLst>
                </a:gridCol>
                <a:gridCol w="3012828">
                  <a:extLst>
                    <a:ext uri="{9D8B030D-6E8A-4147-A177-3AD203B41FA5}">
                      <a16:colId xmlns:a16="http://schemas.microsoft.com/office/drawing/2014/main" val="3305201123"/>
                    </a:ext>
                  </a:extLst>
                </a:gridCol>
                <a:gridCol w="2513081">
                  <a:extLst>
                    <a:ext uri="{9D8B030D-6E8A-4147-A177-3AD203B41FA5}">
                      <a16:colId xmlns:a16="http://schemas.microsoft.com/office/drawing/2014/main" val="2054087897"/>
                    </a:ext>
                  </a:extLst>
                </a:gridCol>
                <a:gridCol w="1241297">
                  <a:extLst>
                    <a:ext uri="{9D8B030D-6E8A-4147-A177-3AD203B41FA5}">
                      <a16:colId xmlns:a16="http://schemas.microsoft.com/office/drawing/2014/main" val="2495941057"/>
                    </a:ext>
                  </a:extLst>
                </a:gridCol>
                <a:gridCol w="1690995">
                  <a:extLst>
                    <a:ext uri="{9D8B030D-6E8A-4147-A177-3AD203B41FA5}">
                      <a16:colId xmlns:a16="http://schemas.microsoft.com/office/drawing/2014/main" val="1119207773"/>
                    </a:ext>
                  </a:extLst>
                </a:gridCol>
              </a:tblGrid>
              <a:tr h="802097">
                <a:tc>
                  <a:txBody>
                    <a:bodyPr/>
                    <a:lstStyle/>
                    <a:p>
                      <a:r>
                        <a:rPr lang="en-GB" sz="2400" b="1" dirty="0" err="1">
                          <a:effectLst/>
                          <a:latin typeface="+mn-lt"/>
                          <a:ea typeface="Calibri" panose="020F0502020204030204" pitchFamily="34" charset="0"/>
                          <a:cs typeface="Times New Roman" panose="02020603050405020304" pitchFamily="18" charset="0"/>
                        </a:rPr>
                        <a:t>Utfalls</a:t>
                      </a:r>
                      <a:r>
                        <a:rPr lang="en-GB" sz="2400" b="1" dirty="0">
                          <a:effectLst/>
                          <a:latin typeface="+mn-lt"/>
                          <a:ea typeface="Calibri" panose="020F0502020204030204" pitchFamily="34" charset="0"/>
                          <a:cs typeface="Times New Roman" panose="02020603050405020304" pitchFamily="18" charset="0"/>
                        </a:rPr>
                        <a:t>-</a:t>
                      </a:r>
                    </a:p>
                    <a:p>
                      <a:r>
                        <a:rPr lang="en-GB" sz="2400" b="1" dirty="0" err="1">
                          <a:effectLst/>
                          <a:latin typeface="+mn-lt"/>
                          <a:ea typeface="Calibri" panose="020F0502020204030204" pitchFamily="34" charset="0"/>
                          <a:cs typeface="Times New Roman" panose="02020603050405020304" pitchFamily="18" charset="0"/>
                        </a:rPr>
                        <a:t>område</a:t>
                      </a:r>
                      <a:endParaRPr lang="nb-NO" sz="2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400" b="1" dirty="0" err="1">
                          <a:effectLst/>
                          <a:latin typeface="+mn-lt"/>
                          <a:ea typeface="Calibri" panose="020F0502020204030204" pitchFamily="34" charset="0"/>
                          <a:cs typeface="Times New Roman" panose="02020603050405020304" pitchFamily="18" charset="0"/>
                        </a:rPr>
                        <a:t>Utfallsmål</a:t>
                      </a:r>
                      <a:endParaRPr lang="nb-NO" sz="2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400" b="1" dirty="0">
                          <a:effectLst/>
                          <a:latin typeface="+mn-lt"/>
                          <a:ea typeface="Calibri" panose="020F0502020204030204" pitchFamily="34" charset="0"/>
                          <a:cs typeface="Times New Roman" panose="02020603050405020304" pitchFamily="18" charset="0"/>
                        </a:rPr>
                        <a:t>Metode</a:t>
                      </a:r>
                      <a:endParaRPr lang="nb-NO" sz="2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b="1" dirty="0">
                          <a:effectLst/>
                          <a:latin typeface="+mn-lt"/>
                          <a:ea typeface="Calibri" panose="020F0502020204030204" pitchFamily="34" charset="0"/>
                          <a:cs typeface="Times New Roman" panose="02020603050405020304" pitchFamily="18" charset="0"/>
                        </a:rPr>
                        <a:t>Sted for analyser</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b="1" dirty="0">
                          <a:effectLst/>
                          <a:latin typeface="+mn-lt"/>
                          <a:ea typeface="Calibri" panose="020F0502020204030204" pitchFamily="34" charset="0"/>
                          <a:cs typeface="Times New Roman" panose="02020603050405020304" pitchFamily="18" charset="0"/>
                        </a:rPr>
                        <a:t>Ansvar</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6933661"/>
                  </a:ext>
                </a:extLst>
              </a:tr>
              <a:tr h="802097">
                <a:tc>
                  <a:txBody>
                    <a:bodyPr/>
                    <a:lstStyle/>
                    <a:p>
                      <a:r>
                        <a:rPr lang="en-GB" sz="2400" dirty="0">
                          <a:effectLst/>
                          <a:latin typeface="+mn-lt"/>
                          <a:ea typeface="Calibri" panose="020F0502020204030204" pitchFamily="34" charset="0"/>
                          <a:cs typeface="Times New Roman" panose="02020603050405020304" pitchFamily="18" charset="0"/>
                        </a:rPr>
                        <a:t>Mental </a:t>
                      </a:r>
                      <a:r>
                        <a:rPr lang="en-GB" sz="2400" dirty="0" err="1">
                          <a:effectLst/>
                          <a:latin typeface="+mn-lt"/>
                          <a:ea typeface="Calibri" panose="020F0502020204030204" pitchFamily="34" charset="0"/>
                          <a:cs typeface="Times New Roman" panose="02020603050405020304" pitchFamily="18" charset="0"/>
                        </a:rPr>
                        <a:t>helse</a:t>
                      </a:r>
                      <a:endParaRPr lang="nb-NO" sz="2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r>
                        <a:rPr lang="en-GB" sz="2400" b="1" dirty="0">
                          <a:effectLst/>
                          <a:latin typeface="+mn-lt"/>
                          <a:ea typeface="Calibri" panose="020F0502020204030204" pitchFamily="34" charset="0"/>
                          <a:cs typeface="Times New Roman" panose="02020603050405020304" pitchFamily="18" charset="0"/>
                        </a:rPr>
                        <a:t>Fatigue</a:t>
                      </a:r>
                      <a:endParaRPr lang="nb-NO" sz="24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400" dirty="0">
                          <a:effectLst/>
                          <a:latin typeface="+mn-lt"/>
                          <a:ea typeface="Calibri" panose="020F0502020204030204" pitchFamily="34" charset="0"/>
                          <a:cs typeface="Times New Roman" panose="02020603050405020304" pitchFamily="18" charset="0"/>
                        </a:rPr>
                        <a:t>Chalder`s Fatigue </a:t>
                      </a:r>
                      <a:r>
                        <a:rPr lang="en-GB" sz="2400" dirty="0" err="1">
                          <a:effectLst/>
                          <a:latin typeface="+mn-lt"/>
                          <a:ea typeface="Calibri" panose="020F0502020204030204" pitchFamily="34" charset="0"/>
                          <a:cs typeface="Times New Roman" panose="02020603050405020304" pitchFamily="18" charset="0"/>
                        </a:rPr>
                        <a:t>spørreskjema</a:t>
                      </a:r>
                      <a:endParaRPr lang="nb-NO" sz="2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a:effectLst/>
                          <a:latin typeface="+mn-lt"/>
                          <a:ea typeface="Calibri" panose="020F0502020204030204" pitchFamily="34" charset="0"/>
                          <a:cs typeface="Times New Roman" panose="02020603050405020304" pitchFamily="18" charset="0"/>
                        </a:rPr>
                        <a:t>INN</a:t>
                      </a:r>
                      <a:endParaRPr lang="nb-NO" sz="200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a:effectLst/>
                          <a:latin typeface="+mn-lt"/>
                          <a:ea typeface="Calibri" panose="020F0502020204030204" pitchFamily="34" charset="0"/>
                          <a:cs typeface="Times New Roman" panose="02020603050405020304" pitchFamily="18" charset="0"/>
                        </a:rPr>
                        <a:t>PhD </a:t>
                      </a:r>
                      <a:r>
                        <a:rPr lang="en-GB" sz="1400" dirty="0" err="1">
                          <a:effectLst/>
                          <a:latin typeface="+mn-lt"/>
                          <a:ea typeface="Calibri" panose="020F0502020204030204" pitchFamily="34" charset="0"/>
                          <a:cs typeface="Times New Roman" panose="02020603050405020304" pitchFamily="18" charset="0"/>
                        </a:rPr>
                        <a:t>kandidat</a:t>
                      </a:r>
                      <a:r>
                        <a:rPr lang="en-GB" sz="1400" dirty="0">
                          <a:effectLst/>
                          <a:latin typeface="+mn-lt"/>
                          <a:ea typeface="Calibri" panose="020F0502020204030204" pitchFamily="34" charset="0"/>
                          <a:cs typeface="Times New Roman" panose="02020603050405020304" pitchFamily="18" charset="0"/>
                        </a:rPr>
                        <a:t>, Kolstad, Rustaden</a:t>
                      </a:r>
                      <a:endParaRPr lang="nb-NO" sz="1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30849"/>
                  </a:ext>
                </a:extLst>
              </a:tr>
              <a:tr h="802097">
                <a:tc>
                  <a:txBody>
                    <a:bodyPr/>
                    <a:lstStyle/>
                    <a:p>
                      <a:r>
                        <a:rPr lang="en-GB" sz="2400">
                          <a:effectLst/>
                          <a:latin typeface="+mn-lt"/>
                          <a:ea typeface="Calibri" panose="020F0502020204030204" pitchFamily="34" charset="0"/>
                          <a:cs typeface="Times New Roman" panose="02020603050405020304" pitchFamily="18" charset="0"/>
                        </a:rPr>
                        <a:t> </a:t>
                      </a:r>
                      <a:endParaRPr lang="nb-NO" sz="240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r>
                        <a:rPr lang="en-GB" sz="2400" b="1" dirty="0" err="1">
                          <a:effectLst/>
                          <a:latin typeface="+mn-lt"/>
                          <a:ea typeface="Calibri" panose="020F0502020204030204" pitchFamily="34" charset="0"/>
                          <a:cs typeface="Times New Roman" panose="02020603050405020304" pitchFamily="18" charset="0"/>
                        </a:rPr>
                        <a:t>Depresjon</a:t>
                      </a:r>
                      <a:endParaRPr lang="nb-NO" sz="24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400" dirty="0">
                          <a:effectLst/>
                          <a:latin typeface="+mn-lt"/>
                          <a:ea typeface="Calibri" panose="020F0502020204030204" pitchFamily="34" charset="0"/>
                          <a:cs typeface="Times New Roman" panose="02020603050405020304" pitchFamily="18" charset="0"/>
                        </a:rPr>
                        <a:t>PHQ9 </a:t>
                      </a:r>
                      <a:r>
                        <a:rPr lang="en-GB" sz="2400" dirty="0" err="1">
                          <a:effectLst/>
                          <a:latin typeface="+mn-lt"/>
                          <a:ea typeface="Calibri" panose="020F0502020204030204" pitchFamily="34" charset="0"/>
                          <a:cs typeface="Times New Roman" panose="02020603050405020304" pitchFamily="18" charset="0"/>
                        </a:rPr>
                        <a:t>spørreskjema</a:t>
                      </a:r>
                      <a:endParaRPr lang="nb-NO" sz="2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dirty="0">
                          <a:effectLst/>
                          <a:latin typeface="+mn-lt"/>
                          <a:ea typeface="Calibri" panose="020F0502020204030204" pitchFamily="34" charset="0"/>
                          <a:cs typeface="Times New Roman" panose="02020603050405020304" pitchFamily="18" charset="0"/>
                        </a:rPr>
                        <a:t>INN</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a:effectLst/>
                          <a:latin typeface="+mn-lt"/>
                          <a:ea typeface="Calibri" panose="020F0502020204030204" pitchFamily="34" charset="0"/>
                          <a:cs typeface="Times New Roman" panose="02020603050405020304" pitchFamily="18" charset="0"/>
                        </a:rPr>
                        <a:t>PhD </a:t>
                      </a:r>
                      <a:r>
                        <a:rPr lang="en-GB" sz="1400" dirty="0" err="1">
                          <a:effectLst/>
                          <a:latin typeface="+mn-lt"/>
                          <a:ea typeface="Calibri" panose="020F0502020204030204" pitchFamily="34" charset="0"/>
                          <a:cs typeface="Times New Roman" panose="02020603050405020304" pitchFamily="18" charset="0"/>
                        </a:rPr>
                        <a:t>kandidat</a:t>
                      </a:r>
                      <a:r>
                        <a:rPr lang="en-GB" sz="1400" dirty="0">
                          <a:effectLst/>
                          <a:latin typeface="+mn-lt"/>
                          <a:ea typeface="Calibri" panose="020F0502020204030204" pitchFamily="34" charset="0"/>
                          <a:cs typeface="Times New Roman" panose="02020603050405020304" pitchFamily="18" charset="0"/>
                        </a:rPr>
                        <a:t>, Kolstad, </a:t>
                      </a:r>
                      <a:r>
                        <a:rPr lang="en-GB" sz="1400" dirty="0" err="1">
                          <a:effectLst/>
                          <a:latin typeface="+mn-lt"/>
                          <a:ea typeface="Calibri" panose="020F0502020204030204" pitchFamily="34" charset="0"/>
                          <a:cs typeface="Times New Roman" panose="02020603050405020304" pitchFamily="18" charset="0"/>
                        </a:rPr>
                        <a:t>Rustaden</a:t>
                      </a:r>
                      <a:endParaRPr lang="nb-NO" sz="1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9736976"/>
                  </a:ext>
                </a:extLst>
              </a:tr>
              <a:tr h="802097">
                <a:tc>
                  <a:txBody>
                    <a:bodyPr/>
                    <a:lstStyle/>
                    <a:p>
                      <a:r>
                        <a:rPr lang="en-GB" sz="2400">
                          <a:effectLst/>
                          <a:latin typeface="+mn-lt"/>
                          <a:ea typeface="Calibri" panose="020F0502020204030204" pitchFamily="34" charset="0"/>
                          <a:cs typeface="Times New Roman" panose="02020603050405020304" pitchFamily="18" charset="0"/>
                        </a:rPr>
                        <a:t> </a:t>
                      </a:r>
                      <a:endParaRPr lang="nb-NO" sz="240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r>
                        <a:rPr lang="en-GB" sz="2400" b="1" dirty="0" err="1">
                          <a:effectLst/>
                          <a:latin typeface="+mn-lt"/>
                          <a:ea typeface="Calibri" panose="020F0502020204030204" pitchFamily="34" charset="0"/>
                          <a:cs typeface="Times New Roman" panose="02020603050405020304" pitchFamily="18" charset="0"/>
                        </a:rPr>
                        <a:t>Livskvalitet</a:t>
                      </a:r>
                      <a:r>
                        <a:rPr lang="en-GB" sz="2400" b="1" dirty="0">
                          <a:effectLst/>
                          <a:latin typeface="+mn-lt"/>
                          <a:ea typeface="Calibri" panose="020F0502020204030204" pitchFamily="34" charset="0"/>
                          <a:cs typeface="Times New Roman" panose="02020603050405020304" pitchFamily="18" charset="0"/>
                        </a:rPr>
                        <a:t> </a:t>
                      </a:r>
                      <a:endParaRPr lang="nb-NO" sz="24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400" dirty="0">
                          <a:effectLst/>
                          <a:latin typeface="+mn-lt"/>
                          <a:ea typeface="Calibri" panose="020F0502020204030204" pitchFamily="34" charset="0"/>
                          <a:cs typeface="Times New Roman" panose="02020603050405020304" pitchFamily="18" charset="0"/>
                        </a:rPr>
                        <a:t>SF-36 </a:t>
                      </a:r>
                      <a:r>
                        <a:rPr lang="en-GB" sz="2400" dirty="0" err="1">
                          <a:effectLst/>
                          <a:latin typeface="+mn-lt"/>
                          <a:ea typeface="Calibri" panose="020F0502020204030204" pitchFamily="34" charset="0"/>
                          <a:cs typeface="Times New Roman" panose="02020603050405020304" pitchFamily="18" charset="0"/>
                        </a:rPr>
                        <a:t>spørreskjema</a:t>
                      </a:r>
                      <a:endParaRPr lang="nb-NO" sz="2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dirty="0">
                          <a:effectLst/>
                          <a:latin typeface="+mn-lt"/>
                          <a:ea typeface="Calibri" panose="020F0502020204030204" pitchFamily="34" charset="0"/>
                          <a:cs typeface="Times New Roman" panose="02020603050405020304" pitchFamily="18" charset="0"/>
                        </a:rPr>
                        <a:t>INN</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a:effectLst/>
                          <a:latin typeface="+mn-lt"/>
                          <a:ea typeface="Calibri" panose="020F0502020204030204" pitchFamily="34" charset="0"/>
                          <a:cs typeface="Times New Roman" panose="02020603050405020304" pitchFamily="18" charset="0"/>
                        </a:rPr>
                        <a:t>PhD </a:t>
                      </a:r>
                      <a:r>
                        <a:rPr lang="en-GB" sz="1400" dirty="0" err="1">
                          <a:effectLst/>
                          <a:latin typeface="+mn-lt"/>
                          <a:ea typeface="Calibri" panose="020F0502020204030204" pitchFamily="34" charset="0"/>
                          <a:cs typeface="Times New Roman" panose="02020603050405020304" pitchFamily="18" charset="0"/>
                        </a:rPr>
                        <a:t>kandidat</a:t>
                      </a:r>
                      <a:r>
                        <a:rPr lang="en-GB" sz="1400" dirty="0">
                          <a:effectLst/>
                          <a:latin typeface="+mn-lt"/>
                          <a:ea typeface="Calibri" panose="020F0502020204030204" pitchFamily="34" charset="0"/>
                          <a:cs typeface="Times New Roman" panose="02020603050405020304" pitchFamily="18" charset="0"/>
                        </a:rPr>
                        <a:t>, Kolstad, Rustaden</a:t>
                      </a:r>
                      <a:endParaRPr lang="nb-NO" sz="1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9007784"/>
                  </a:ext>
                </a:extLst>
              </a:tr>
            </a:tbl>
          </a:graphicData>
        </a:graphic>
      </p:graphicFrame>
      <p:pic>
        <p:nvPicPr>
          <p:cNvPr id="3" name="Grafikk 2" descr="Drama kontur">
            <a:extLst>
              <a:ext uri="{FF2B5EF4-FFF2-40B4-BE49-F238E27FC236}">
                <a16:creationId xmlns:a16="http://schemas.microsoft.com/office/drawing/2014/main" id="{81DB7CFB-0263-F990-A861-7888C08954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55394" y="607502"/>
            <a:ext cx="914400" cy="914400"/>
          </a:xfrm>
          <a:prstGeom prst="rect">
            <a:avLst/>
          </a:prstGeom>
        </p:spPr>
      </p:pic>
    </p:spTree>
    <p:extLst>
      <p:ext uri="{BB962C8B-B14F-4D97-AF65-F5344CB8AC3E}">
        <p14:creationId xmlns:p14="http://schemas.microsoft.com/office/powerpoint/2010/main" val="1022225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713D95A-15FF-49B4-BE01-D3932D154E05}"/>
              </a:ext>
            </a:extLst>
          </p:cNvPr>
          <p:cNvSpPr>
            <a:spLocks noGrp="1"/>
          </p:cNvSpPr>
          <p:nvPr>
            <p:ph type="title"/>
          </p:nvPr>
        </p:nvSpPr>
        <p:spPr>
          <a:xfrm>
            <a:off x="1332159" y="121443"/>
            <a:ext cx="9334501" cy="1325563"/>
          </a:xfrm>
        </p:spPr>
        <p:txBody>
          <a:bodyPr/>
          <a:lstStyle/>
          <a:p>
            <a:r>
              <a:rPr lang="nb-NO" dirty="0"/>
              <a:t>Metabolske markører</a:t>
            </a:r>
          </a:p>
        </p:txBody>
      </p:sp>
      <p:graphicFrame>
        <p:nvGraphicFramePr>
          <p:cNvPr id="4" name="Plassholder for innhold 3">
            <a:extLst>
              <a:ext uri="{FF2B5EF4-FFF2-40B4-BE49-F238E27FC236}">
                <a16:creationId xmlns:a16="http://schemas.microsoft.com/office/drawing/2014/main" id="{A3E721B4-4AB7-52F7-FE8B-C7852A34C680}"/>
              </a:ext>
            </a:extLst>
          </p:cNvPr>
          <p:cNvGraphicFramePr>
            <a:graphicFrameLocks noGrp="1"/>
          </p:cNvGraphicFramePr>
          <p:nvPr>
            <p:ph idx="1"/>
            <p:extLst>
              <p:ext uri="{D42A27DB-BD31-4B8C-83A1-F6EECF244321}">
                <p14:modId xmlns:p14="http://schemas.microsoft.com/office/powerpoint/2010/main" val="3586972266"/>
              </p:ext>
            </p:extLst>
          </p:nvPr>
        </p:nvGraphicFramePr>
        <p:xfrm>
          <a:off x="1332159" y="1234601"/>
          <a:ext cx="10345244" cy="5440996"/>
        </p:xfrm>
        <a:graphic>
          <a:graphicData uri="http://schemas.openxmlformats.org/drawingml/2006/table">
            <a:tbl>
              <a:tblPr firstRow="1" firstCol="1" bandRow="1"/>
              <a:tblGrid>
                <a:gridCol w="1426031">
                  <a:extLst>
                    <a:ext uri="{9D8B030D-6E8A-4147-A177-3AD203B41FA5}">
                      <a16:colId xmlns:a16="http://schemas.microsoft.com/office/drawing/2014/main" val="136323969"/>
                    </a:ext>
                  </a:extLst>
                </a:gridCol>
                <a:gridCol w="4077325">
                  <a:extLst>
                    <a:ext uri="{9D8B030D-6E8A-4147-A177-3AD203B41FA5}">
                      <a16:colId xmlns:a16="http://schemas.microsoft.com/office/drawing/2014/main" val="2058194903"/>
                    </a:ext>
                  </a:extLst>
                </a:gridCol>
                <a:gridCol w="1918741">
                  <a:extLst>
                    <a:ext uri="{9D8B030D-6E8A-4147-A177-3AD203B41FA5}">
                      <a16:colId xmlns:a16="http://schemas.microsoft.com/office/drawing/2014/main" val="917661743"/>
                    </a:ext>
                  </a:extLst>
                </a:gridCol>
                <a:gridCol w="1190446">
                  <a:extLst>
                    <a:ext uri="{9D8B030D-6E8A-4147-A177-3AD203B41FA5}">
                      <a16:colId xmlns:a16="http://schemas.microsoft.com/office/drawing/2014/main" val="554787154"/>
                    </a:ext>
                  </a:extLst>
                </a:gridCol>
                <a:gridCol w="1732701">
                  <a:extLst>
                    <a:ext uri="{9D8B030D-6E8A-4147-A177-3AD203B41FA5}">
                      <a16:colId xmlns:a16="http://schemas.microsoft.com/office/drawing/2014/main" val="3783001331"/>
                    </a:ext>
                  </a:extLst>
                </a:gridCol>
              </a:tblGrid>
              <a:tr h="323929">
                <a:tc>
                  <a:txBody>
                    <a:bodyPr/>
                    <a:lstStyle/>
                    <a:p>
                      <a:r>
                        <a:rPr lang="en-GB" sz="2000" b="1" dirty="0" err="1">
                          <a:effectLst/>
                          <a:latin typeface="+mn-lt"/>
                          <a:ea typeface="Calibri" panose="020F0502020204030204" pitchFamily="34" charset="0"/>
                          <a:cs typeface="Times New Roman" panose="02020603050405020304" pitchFamily="18" charset="0"/>
                        </a:rPr>
                        <a:t>Utfalls</a:t>
                      </a:r>
                      <a:r>
                        <a:rPr lang="en-GB" sz="2000" b="1" dirty="0">
                          <a:effectLst/>
                          <a:latin typeface="+mn-lt"/>
                          <a:ea typeface="Calibri" panose="020F0502020204030204" pitchFamily="34" charset="0"/>
                          <a:cs typeface="Times New Roman" panose="02020603050405020304" pitchFamily="18" charset="0"/>
                        </a:rPr>
                        <a:t>-</a:t>
                      </a:r>
                    </a:p>
                    <a:p>
                      <a:r>
                        <a:rPr lang="en-GB" sz="2000" b="1" dirty="0" err="1">
                          <a:effectLst/>
                          <a:latin typeface="+mn-lt"/>
                          <a:ea typeface="Calibri" panose="020F0502020204030204" pitchFamily="34" charset="0"/>
                          <a:cs typeface="Times New Roman" panose="02020603050405020304" pitchFamily="18" charset="0"/>
                        </a:rPr>
                        <a:t>område</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b="1" dirty="0" err="1">
                          <a:effectLst/>
                          <a:latin typeface="+mn-lt"/>
                          <a:ea typeface="Calibri" panose="020F0502020204030204" pitchFamily="34" charset="0"/>
                          <a:cs typeface="Times New Roman" panose="02020603050405020304" pitchFamily="18" charset="0"/>
                        </a:rPr>
                        <a:t>Utfallsmål</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2000" b="1" dirty="0">
                          <a:effectLst/>
                          <a:latin typeface="+mn-lt"/>
                          <a:ea typeface="Calibri" panose="020F0502020204030204" pitchFamily="34" charset="0"/>
                          <a:cs typeface="Times New Roman" panose="02020603050405020304" pitchFamily="18" charset="0"/>
                        </a:rPr>
                        <a:t>Metode</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800" b="1" dirty="0">
                          <a:effectLst/>
                          <a:latin typeface="+mn-lt"/>
                          <a:ea typeface="Calibri" panose="020F0502020204030204" pitchFamily="34" charset="0"/>
                          <a:cs typeface="Times New Roman" panose="02020603050405020304" pitchFamily="18" charset="0"/>
                        </a:rPr>
                        <a:t>Sted for analyser</a:t>
                      </a:r>
                      <a:endParaRPr lang="nb-NO" sz="18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800" b="1" dirty="0">
                          <a:effectLst/>
                          <a:latin typeface="+mn-lt"/>
                          <a:ea typeface="Calibri" panose="020F0502020204030204" pitchFamily="34" charset="0"/>
                          <a:cs typeface="Times New Roman" panose="02020603050405020304" pitchFamily="18" charset="0"/>
                        </a:rPr>
                        <a:t>Ansvar</a:t>
                      </a:r>
                      <a:endParaRPr lang="nb-NO" sz="18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9507026"/>
                  </a:ext>
                </a:extLst>
              </a:tr>
              <a:tr h="647858">
                <a:tc rowSpan="2">
                  <a:txBody>
                    <a:bodyPr/>
                    <a:lstStyle/>
                    <a:p>
                      <a:r>
                        <a:rPr lang="en-US" sz="2000" dirty="0" err="1">
                          <a:effectLst/>
                          <a:latin typeface="+mn-lt"/>
                          <a:ea typeface="Calibri" panose="020F0502020204030204" pitchFamily="34" charset="0"/>
                          <a:cs typeface="Times New Roman" panose="02020603050405020304" pitchFamily="18" charset="0"/>
                        </a:rPr>
                        <a:t>Metabolske</a:t>
                      </a:r>
                      <a:r>
                        <a:rPr lang="en-US" sz="2000" dirty="0">
                          <a:effectLst/>
                          <a:latin typeface="+mn-lt"/>
                          <a:ea typeface="Calibri" panose="020F0502020204030204" pitchFamily="34" charset="0"/>
                          <a:cs typeface="Times New Roman" panose="02020603050405020304" pitchFamily="18" charset="0"/>
                        </a:rPr>
                        <a:t> </a:t>
                      </a:r>
                      <a:r>
                        <a:rPr lang="en-US" sz="2000" dirty="0" err="1">
                          <a:effectLst/>
                          <a:latin typeface="+mn-lt"/>
                          <a:ea typeface="Calibri" panose="020F0502020204030204" pitchFamily="34" charset="0"/>
                          <a:cs typeface="Times New Roman" panose="02020603050405020304" pitchFamily="18" charset="0"/>
                        </a:rPr>
                        <a:t>markører</a:t>
                      </a:r>
                      <a:r>
                        <a:rPr lang="en-US" sz="2000" dirty="0">
                          <a:effectLst/>
                          <a:latin typeface="+mn-lt"/>
                          <a:ea typeface="Calibri" panose="020F0502020204030204" pitchFamily="34" charset="0"/>
                          <a:cs typeface="Times New Roman" panose="02020603050405020304" pitchFamily="18" charset="0"/>
                        </a:rPr>
                        <a:t> </a:t>
                      </a:r>
                      <a:endParaRPr lang="nb-NO" sz="2000" dirty="0">
                        <a:effectLst/>
                        <a:latin typeface="+mn-lt"/>
                        <a:ea typeface="Calibri" panose="020F0502020204030204" pitchFamily="34" charset="0"/>
                        <a:cs typeface="Times New Roman" panose="02020603050405020304" pitchFamily="18" charset="0"/>
                      </a:endParaRPr>
                    </a:p>
                    <a:p>
                      <a:r>
                        <a:rPr lang="nb-NO" sz="2000" dirty="0">
                          <a:effectLst/>
                          <a:latin typeface="+mn-lt"/>
                          <a:ea typeface="Calibri" panose="020F0502020204030204" pitchFamily="34" charset="0"/>
                          <a:cs typeface="Times New Roman" panose="02020603050405020304" pitchFamily="18" charset="0"/>
                        </a:rPr>
                        <a:t> </a:t>
                      </a:r>
                    </a:p>
                  </a:txBody>
                  <a:tcPr marL="41840" marR="4184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2000" b="1" dirty="0">
                          <a:effectLst/>
                          <a:latin typeface="+mn-lt"/>
                          <a:ea typeface="Calibri" panose="020F0502020204030204" pitchFamily="34" charset="0"/>
                          <a:cs typeface="Times New Roman" panose="02020603050405020304" pitchFamily="18" charset="0"/>
                        </a:rPr>
                        <a:t>Visceral </a:t>
                      </a:r>
                      <a:r>
                        <a:rPr lang="en-GB" sz="2000" b="1" dirty="0" err="1">
                          <a:effectLst/>
                          <a:latin typeface="+mn-lt"/>
                          <a:ea typeface="Calibri" panose="020F0502020204030204" pitchFamily="34" charset="0"/>
                          <a:cs typeface="Times New Roman" panose="02020603050405020304" pitchFamily="18" charset="0"/>
                        </a:rPr>
                        <a:t>fettmasse</a:t>
                      </a:r>
                      <a:endParaRPr lang="nb-NO" sz="20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a:effectLst/>
                          <a:latin typeface="+mn-lt"/>
                          <a:ea typeface="Calibri" panose="020F0502020204030204" pitchFamily="34" charset="0"/>
                          <a:cs typeface="Times New Roman" panose="02020603050405020304" pitchFamily="18" charset="0"/>
                        </a:rPr>
                        <a:t>DEXA</a:t>
                      </a:r>
                      <a:endParaRPr lang="nb-NO" sz="200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800">
                          <a:effectLst/>
                          <a:latin typeface="+mn-lt"/>
                          <a:ea typeface="Calibri" panose="020F0502020204030204" pitchFamily="34" charset="0"/>
                          <a:cs typeface="Times New Roman" panose="02020603050405020304" pitchFamily="18" charset="0"/>
                        </a:rPr>
                        <a:t>INN</a:t>
                      </a:r>
                      <a:endParaRPr lang="nb-NO" sz="180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400" dirty="0" err="1">
                          <a:effectLst/>
                          <a:latin typeface="+mn-lt"/>
                          <a:ea typeface="Calibri" panose="020F0502020204030204" pitchFamily="34" charset="0"/>
                          <a:cs typeface="Times New Roman" panose="02020603050405020304" pitchFamily="18" charset="0"/>
                        </a:rPr>
                        <a:t>PhD</a:t>
                      </a:r>
                      <a:r>
                        <a:rPr lang="nb-NO" sz="1400" dirty="0">
                          <a:effectLst/>
                          <a:latin typeface="+mn-lt"/>
                          <a:ea typeface="Calibri" panose="020F0502020204030204" pitchFamily="34" charset="0"/>
                          <a:cs typeface="Times New Roman" panose="02020603050405020304" pitchFamily="18" charset="0"/>
                        </a:rPr>
                        <a:t> kandidat, Rustaden, Ellefsen, Hamarsland</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1065893"/>
                  </a:ext>
                </a:extLst>
              </a:tr>
              <a:tr h="647858">
                <a:tc vMerge="1">
                  <a:txBody>
                    <a:bodyPr/>
                    <a:lstStyle/>
                    <a:p>
                      <a:endParaRPr lang="nb-NO" sz="1400">
                        <a:effectLst/>
                        <a:latin typeface="Calibri" panose="020F0502020204030204" pitchFamily="34" charset="0"/>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GB" sz="2000" b="1" dirty="0" err="1">
                          <a:effectLst/>
                          <a:latin typeface="+mn-lt"/>
                          <a:ea typeface="Calibri" panose="020F0502020204030204" pitchFamily="34" charset="0"/>
                          <a:cs typeface="Times New Roman" panose="02020603050405020304" pitchFamily="18" charset="0"/>
                        </a:rPr>
                        <a:t>Intermuskulært</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fett</a:t>
                      </a:r>
                      <a:endParaRPr lang="nb-NO" sz="20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2000">
                          <a:effectLst/>
                          <a:latin typeface="+mn-lt"/>
                          <a:ea typeface="Calibri" panose="020F0502020204030204" pitchFamily="34" charset="0"/>
                          <a:cs typeface="Times New Roman" panose="02020603050405020304" pitchFamily="18" charset="0"/>
                        </a:rPr>
                        <a:t>MR</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800">
                          <a:effectLst/>
                          <a:latin typeface="+mn-lt"/>
                          <a:ea typeface="Calibri" panose="020F0502020204030204" pitchFamily="34" charset="0"/>
                          <a:cs typeface="Times New Roman" panose="02020603050405020304" pitchFamily="18" charset="0"/>
                        </a:rPr>
                        <a:t>SI</a:t>
                      </a:r>
                      <a:endParaRPr lang="nb-NO" sz="180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400" dirty="0" err="1">
                          <a:effectLst/>
                          <a:latin typeface="+mn-lt"/>
                          <a:ea typeface="Calibri" panose="020F0502020204030204" pitchFamily="34" charset="0"/>
                          <a:cs typeface="Times New Roman" panose="02020603050405020304" pitchFamily="18" charset="0"/>
                        </a:rPr>
                        <a:t>PhD</a:t>
                      </a:r>
                      <a:r>
                        <a:rPr lang="nb-NO" sz="1400" dirty="0">
                          <a:effectLst/>
                          <a:latin typeface="+mn-lt"/>
                          <a:ea typeface="Calibri" panose="020F0502020204030204" pitchFamily="34" charset="0"/>
                          <a:cs typeface="Times New Roman" panose="02020603050405020304" pitchFamily="18" charset="0"/>
                        </a:rPr>
                        <a:t> kandidat, </a:t>
                      </a:r>
                      <a:r>
                        <a:rPr lang="nb-NO" sz="1400" dirty="0" err="1">
                          <a:effectLst/>
                          <a:latin typeface="+mn-lt"/>
                          <a:ea typeface="Calibri" panose="020F0502020204030204" pitchFamily="34" charset="0"/>
                          <a:cs typeface="Times New Roman" panose="02020603050405020304" pitchFamily="18" charset="0"/>
                        </a:rPr>
                        <a:t>Rustaden</a:t>
                      </a:r>
                      <a:r>
                        <a:rPr lang="nb-NO" sz="1400" dirty="0">
                          <a:effectLst/>
                          <a:latin typeface="+mn-lt"/>
                          <a:ea typeface="Calibri" panose="020F0502020204030204" pitchFamily="34" charset="0"/>
                          <a:cs typeface="Times New Roman" panose="02020603050405020304" pitchFamily="18" charset="0"/>
                        </a:rPr>
                        <a:t>, Ellefsen, Hamarsland</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2262765"/>
                  </a:ext>
                </a:extLst>
              </a:tr>
              <a:tr h="647858">
                <a:tc>
                  <a:txBody>
                    <a:bodyPr/>
                    <a:lstStyle/>
                    <a:p>
                      <a:r>
                        <a:rPr lang="nb-NO" sz="2000" dirty="0">
                          <a:effectLst/>
                          <a:latin typeface="+mn-lt"/>
                          <a:ea typeface="Calibri" panose="020F0502020204030204" pitchFamily="34" charset="0"/>
                          <a:cs typeface="Times New Roman" panose="02020603050405020304" pitchFamily="18" charset="0"/>
                        </a:rPr>
                        <a:t> </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r>
                        <a:rPr lang="en-GB" sz="2000" b="1" dirty="0" err="1">
                          <a:effectLst/>
                          <a:latin typeface="+mn-lt"/>
                          <a:ea typeface="Calibri" panose="020F0502020204030204" pitchFamily="34" charset="0"/>
                          <a:cs typeface="Times New Roman" panose="02020603050405020304" pitchFamily="18" charset="0"/>
                        </a:rPr>
                        <a:t>Lipoproteinprofil</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undergrupper</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av</a:t>
                      </a:r>
                      <a:r>
                        <a:rPr lang="en-GB" sz="2000" b="1" dirty="0">
                          <a:effectLst/>
                          <a:latin typeface="+mn-lt"/>
                          <a:ea typeface="Calibri" panose="020F0502020204030204" pitchFamily="34" charset="0"/>
                          <a:cs typeface="Times New Roman" panose="02020603050405020304" pitchFamily="18" charset="0"/>
                        </a:rPr>
                        <a:t> LDL, HDL)</a:t>
                      </a:r>
                      <a:endParaRPr lang="nb-NO" sz="20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dirty="0" err="1">
                          <a:effectLst/>
                          <a:latin typeface="+mn-lt"/>
                          <a:ea typeface="Calibri" panose="020F0502020204030204" pitchFamily="34" charset="0"/>
                          <a:cs typeface="Times New Roman" panose="02020603050405020304" pitchFamily="18" charset="0"/>
                        </a:rPr>
                        <a:t>Blodprøve</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800" dirty="0">
                          <a:effectLst/>
                          <a:latin typeface="+mn-lt"/>
                          <a:ea typeface="Calibri" panose="020F0502020204030204" pitchFamily="34" charset="0"/>
                          <a:cs typeface="Times New Roman" panose="02020603050405020304" pitchFamily="18" charset="0"/>
                        </a:rPr>
                        <a:t>Nightingale Ltd</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400" dirty="0" err="1">
                          <a:effectLst/>
                          <a:latin typeface="+mn-lt"/>
                          <a:ea typeface="Calibri" panose="020F0502020204030204" pitchFamily="34" charset="0"/>
                          <a:cs typeface="Times New Roman" panose="02020603050405020304" pitchFamily="18" charset="0"/>
                        </a:rPr>
                        <a:t>PhD</a:t>
                      </a:r>
                      <a:r>
                        <a:rPr lang="nb-NO" sz="1400" dirty="0">
                          <a:effectLst/>
                          <a:latin typeface="+mn-lt"/>
                          <a:ea typeface="Calibri" panose="020F0502020204030204" pitchFamily="34" charset="0"/>
                          <a:cs typeface="Times New Roman" panose="02020603050405020304" pitchFamily="18" charset="0"/>
                        </a:rPr>
                        <a:t> kandidat, Ellefsen, Hamarsland, Krook, Kolstad</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3983144"/>
                  </a:ext>
                </a:extLst>
              </a:tr>
              <a:tr h="809824">
                <a:tc rowSpan="2">
                  <a:txBody>
                    <a:bodyPr/>
                    <a:lstStyle/>
                    <a:p>
                      <a:r>
                        <a:rPr lang="nb-NO" sz="2000" dirty="0">
                          <a:effectLst/>
                          <a:latin typeface="+mn-lt"/>
                          <a:ea typeface="Calibri" panose="020F0502020204030204" pitchFamily="34" charset="0"/>
                          <a:cs typeface="Times New Roman" panose="02020603050405020304" pitchFamily="18" charset="0"/>
                        </a:rPr>
                        <a:t> </a:t>
                      </a:r>
                    </a:p>
                    <a:p>
                      <a:r>
                        <a:rPr lang="nb-NO" sz="2000" dirty="0">
                          <a:effectLst/>
                          <a:latin typeface="+mn-lt"/>
                          <a:ea typeface="Calibri" panose="020F0502020204030204" pitchFamily="34" charset="0"/>
                          <a:cs typeface="Times New Roman" panose="02020603050405020304" pitchFamily="18" charset="0"/>
                        </a:rPr>
                        <a:t> </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GB" sz="2000" b="1" dirty="0">
                          <a:effectLst/>
                          <a:latin typeface="+mn-lt"/>
                          <a:ea typeface="Calibri" panose="020F0502020204030204" pitchFamily="34" charset="0"/>
                          <a:cs typeface="Times New Roman" panose="02020603050405020304" pitchFamily="18" charset="0"/>
                        </a:rPr>
                        <a:t>Diverse </a:t>
                      </a:r>
                      <a:r>
                        <a:rPr lang="en-GB" sz="2000" b="1" dirty="0" err="1">
                          <a:effectLst/>
                          <a:latin typeface="+mn-lt"/>
                          <a:ea typeface="Calibri" panose="020F0502020204030204" pitchFamily="34" charset="0"/>
                          <a:cs typeface="Times New Roman" panose="02020603050405020304" pitchFamily="18" charset="0"/>
                        </a:rPr>
                        <a:t>blodvariabler</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markører</a:t>
                      </a:r>
                      <a:r>
                        <a:rPr lang="en-GB" sz="2000" b="1" dirty="0">
                          <a:effectLst/>
                          <a:latin typeface="+mn-lt"/>
                          <a:ea typeface="Calibri" panose="020F0502020204030204" pitchFamily="34" charset="0"/>
                          <a:cs typeface="Times New Roman" panose="02020603050405020304" pitchFamily="18" charset="0"/>
                        </a:rPr>
                        <a:t> for </a:t>
                      </a:r>
                      <a:r>
                        <a:rPr lang="en-GB" sz="2000" b="1" dirty="0" err="1">
                          <a:effectLst/>
                          <a:latin typeface="+mn-lt"/>
                          <a:ea typeface="Calibri" panose="020F0502020204030204" pitchFamily="34" charset="0"/>
                          <a:cs typeface="Times New Roman" panose="02020603050405020304" pitchFamily="18" charset="0"/>
                        </a:rPr>
                        <a:t>metabolske</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syndrom</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fastende</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blodsukker</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triglyserider</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kolesterol</a:t>
                      </a:r>
                      <a:r>
                        <a:rPr lang="en-GB" sz="2000" b="1" dirty="0">
                          <a:effectLst/>
                          <a:latin typeface="+mn-lt"/>
                          <a:ea typeface="Calibri" panose="020F0502020204030204" pitchFamily="34" charset="0"/>
                          <a:cs typeface="Times New Roman" panose="02020603050405020304" pitchFamily="18" charset="0"/>
                        </a:rPr>
                        <a:t>, HbA1c) </a:t>
                      </a:r>
                      <a:r>
                        <a:rPr lang="en-GB" sz="2000" b="1" dirty="0" err="1">
                          <a:effectLst/>
                          <a:latin typeface="+mn-lt"/>
                          <a:ea typeface="Calibri" panose="020F0502020204030204" pitchFamily="34" charset="0"/>
                          <a:cs typeface="Times New Roman" panose="02020603050405020304" pitchFamily="18" charset="0"/>
                        </a:rPr>
                        <a:t>og</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inflammasjon</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f.eks</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cytokiner</a:t>
                      </a:r>
                      <a:r>
                        <a:rPr lang="en-GB" sz="2000" b="1" dirty="0">
                          <a:effectLst/>
                          <a:latin typeface="+mn-lt"/>
                          <a:ea typeface="Calibri" panose="020F0502020204030204" pitchFamily="34" charset="0"/>
                          <a:cs typeface="Times New Roman" panose="02020603050405020304" pitchFamily="18" charset="0"/>
                        </a:rPr>
                        <a:t>, CRP)</a:t>
                      </a:r>
                      <a:endParaRPr lang="nb-NO" sz="20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dirty="0" err="1">
                          <a:effectLst/>
                          <a:latin typeface="+mn-lt"/>
                          <a:ea typeface="Calibri" panose="020F0502020204030204" pitchFamily="34" charset="0"/>
                          <a:cs typeface="Times New Roman" panose="02020603050405020304" pitchFamily="18" charset="0"/>
                        </a:rPr>
                        <a:t>Blodprøve</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800">
                          <a:effectLst/>
                          <a:latin typeface="+mn-lt"/>
                          <a:ea typeface="Calibri" panose="020F0502020204030204" pitchFamily="34" charset="0"/>
                          <a:cs typeface="Times New Roman" panose="02020603050405020304" pitchFamily="18" charset="0"/>
                        </a:rPr>
                        <a:t>SI, VITAS</a:t>
                      </a:r>
                      <a:endParaRPr lang="nb-NO" sz="180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400" dirty="0" err="1">
                          <a:effectLst/>
                          <a:latin typeface="+mn-lt"/>
                          <a:ea typeface="Calibri" panose="020F0502020204030204" pitchFamily="34" charset="0"/>
                          <a:cs typeface="Times New Roman" panose="02020603050405020304" pitchFamily="18" charset="0"/>
                        </a:rPr>
                        <a:t>PhD</a:t>
                      </a:r>
                      <a:r>
                        <a:rPr lang="nb-NO" sz="1400" dirty="0">
                          <a:effectLst/>
                          <a:latin typeface="+mn-lt"/>
                          <a:ea typeface="Calibri" panose="020F0502020204030204" pitchFamily="34" charset="0"/>
                          <a:cs typeface="Times New Roman" panose="02020603050405020304" pitchFamily="18" charset="0"/>
                        </a:rPr>
                        <a:t> kandidat, Ellefsen, Hamarsland, Krook, Kolstad</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2871364"/>
                  </a:ext>
                </a:extLst>
              </a:tr>
              <a:tr h="647858">
                <a:tc vMerge="1">
                  <a:txBody>
                    <a:bodyPr/>
                    <a:lstStyle/>
                    <a:p>
                      <a:endParaRPr lang="nb-N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1840" marR="4184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b="1" dirty="0">
                          <a:effectLst/>
                          <a:latin typeface="+mn-lt"/>
                          <a:ea typeface="Calibri" panose="020F0502020204030204" pitchFamily="34" charset="0"/>
                          <a:cs typeface="Times New Roman" panose="02020603050405020304" pitchFamily="18" charset="0"/>
                        </a:rPr>
                        <a:t>Andre </a:t>
                      </a:r>
                      <a:r>
                        <a:rPr lang="en-GB" sz="2000" b="1" dirty="0" err="1">
                          <a:effectLst/>
                          <a:latin typeface="+mn-lt"/>
                          <a:ea typeface="Calibri" panose="020F0502020204030204" pitchFamily="34" charset="0"/>
                          <a:cs typeface="Times New Roman" panose="02020603050405020304" pitchFamily="18" charset="0"/>
                        </a:rPr>
                        <a:t>markører</a:t>
                      </a:r>
                      <a:r>
                        <a:rPr lang="en-GB" sz="2000" b="1" dirty="0">
                          <a:effectLst/>
                          <a:latin typeface="+mn-lt"/>
                          <a:ea typeface="Calibri" panose="020F0502020204030204" pitchFamily="34" charset="0"/>
                          <a:cs typeface="Times New Roman" panose="02020603050405020304" pitchFamily="18" charset="0"/>
                        </a:rPr>
                        <a:t> for </a:t>
                      </a:r>
                      <a:r>
                        <a:rPr lang="en-GB" sz="2000" b="1" dirty="0" err="1">
                          <a:effectLst/>
                          <a:latin typeface="+mn-lt"/>
                          <a:ea typeface="Calibri" panose="020F0502020204030204" pitchFamily="34" charset="0"/>
                          <a:cs typeface="Times New Roman" panose="02020603050405020304" pitchFamily="18" charset="0"/>
                        </a:rPr>
                        <a:t>metabolsk</a:t>
                      </a:r>
                      <a:r>
                        <a:rPr lang="en-GB" sz="2000" b="1" dirty="0">
                          <a:effectLst/>
                          <a:latin typeface="+mn-lt"/>
                          <a:ea typeface="Calibri" panose="020F0502020204030204" pitchFamily="34" charset="0"/>
                          <a:cs typeface="Times New Roman" panose="02020603050405020304" pitchFamily="18" charset="0"/>
                        </a:rPr>
                        <a:t> syndrome (</a:t>
                      </a:r>
                      <a:r>
                        <a:rPr lang="en-GB" sz="2000" b="1" dirty="0" err="1">
                          <a:effectLst/>
                          <a:latin typeface="+mn-lt"/>
                          <a:ea typeface="Calibri" panose="020F0502020204030204" pitchFamily="34" charset="0"/>
                          <a:cs typeface="Times New Roman" panose="02020603050405020304" pitchFamily="18" charset="0"/>
                        </a:rPr>
                        <a:t>blodtrykk</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midjemål</a:t>
                      </a:r>
                      <a:r>
                        <a:rPr lang="en-GB" sz="2000" b="1" dirty="0">
                          <a:effectLst/>
                          <a:latin typeface="+mn-lt"/>
                          <a:ea typeface="Calibri" panose="020F0502020204030204" pitchFamily="34" charset="0"/>
                          <a:cs typeface="Times New Roman" panose="02020603050405020304" pitchFamily="18" charset="0"/>
                        </a:rPr>
                        <a:t>)</a:t>
                      </a:r>
                      <a:endParaRPr lang="nb-NO" sz="20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dirty="0" err="1">
                          <a:effectLst/>
                          <a:latin typeface="+mn-lt"/>
                          <a:ea typeface="Calibri" panose="020F0502020204030204" pitchFamily="34" charset="0"/>
                          <a:cs typeface="Times New Roman" panose="02020603050405020304" pitchFamily="18" charset="0"/>
                        </a:rPr>
                        <a:t>Blodtrykksmåler</a:t>
                      </a:r>
                      <a:r>
                        <a:rPr lang="en-GB" sz="2000" dirty="0">
                          <a:effectLst/>
                          <a:latin typeface="+mn-lt"/>
                          <a:ea typeface="Calibri" panose="020F0502020204030204" pitchFamily="34" charset="0"/>
                          <a:cs typeface="Times New Roman" panose="02020603050405020304" pitchFamily="18" charset="0"/>
                        </a:rPr>
                        <a:t> </a:t>
                      </a:r>
                      <a:r>
                        <a:rPr lang="en-GB" sz="2000" dirty="0" err="1">
                          <a:effectLst/>
                          <a:latin typeface="+mn-lt"/>
                          <a:ea typeface="Calibri" panose="020F0502020204030204" pitchFamily="34" charset="0"/>
                          <a:cs typeface="Times New Roman" panose="02020603050405020304" pitchFamily="18" charset="0"/>
                        </a:rPr>
                        <a:t>og</a:t>
                      </a:r>
                      <a:r>
                        <a:rPr lang="en-GB" sz="2000" dirty="0">
                          <a:effectLst/>
                          <a:latin typeface="+mn-lt"/>
                          <a:ea typeface="Calibri" panose="020F0502020204030204" pitchFamily="34" charset="0"/>
                          <a:cs typeface="Times New Roman" panose="02020603050405020304" pitchFamily="18" charset="0"/>
                        </a:rPr>
                        <a:t> </a:t>
                      </a:r>
                      <a:r>
                        <a:rPr lang="en-GB" sz="2000" dirty="0" err="1">
                          <a:effectLst/>
                          <a:latin typeface="+mn-lt"/>
                          <a:ea typeface="Calibri" panose="020F0502020204030204" pitchFamily="34" charset="0"/>
                          <a:cs typeface="Times New Roman" panose="02020603050405020304" pitchFamily="18" charset="0"/>
                        </a:rPr>
                        <a:t>måleband</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800" dirty="0">
                          <a:effectLst/>
                          <a:latin typeface="+mn-lt"/>
                          <a:ea typeface="Calibri" panose="020F0502020204030204" pitchFamily="34" charset="0"/>
                          <a:cs typeface="Times New Roman" panose="02020603050405020304" pitchFamily="18" charset="0"/>
                        </a:rPr>
                        <a:t>SI/INN</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400" dirty="0" err="1">
                          <a:effectLst/>
                          <a:latin typeface="+mn-lt"/>
                          <a:ea typeface="Calibri" panose="020F0502020204030204" pitchFamily="34" charset="0"/>
                          <a:cs typeface="Times New Roman" panose="02020603050405020304" pitchFamily="18" charset="0"/>
                        </a:rPr>
                        <a:t>PhD</a:t>
                      </a:r>
                      <a:r>
                        <a:rPr lang="nb-NO" sz="1400" dirty="0">
                          <a:effectLst/>
                          <a:latin typeface="+mn-lt"/>
                          <a:ea typeface="Calibri" panose="020F0502020204030204" pitchFamily="34" charset="0"/>
                          <a:cs typeface="Times New Roman" panose="02020603050405020304" pitchFamily="18" charset="0"/>
                        </a:rPr>
                        <a:t> kandidat, Ellefsen, Hamarsland, Krook, Kolstad</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2928136"/>
                  </a:ext>
                </a:extLst>
              </a:tr>
            </a:tbl>
          </a:graphicData>
        </a:graphic>
      </p:graphicFrame>
      <p:pic>
        <p:nvPicPr>
          <p:cNvPr id="3" name="Grafikk 2" descr="Sprøyte kontur">
            <a:extLst>
              <a:ext uri="{FF2B5EF4-FFF2-40B4-BE49-F238E27FC236}">
                <a16:creationId xmlns:a16="http://schemas.microsoft.com/office/drawing/2014/main" id="{44E77FDC-DC64-53D2-8169-D2D8FCCFBF4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87166" y="260809"/>
            <a:ext cx="914400" cy="914400"/>
          </a:xfrm>
          <a:prstGeom prst="rect">
            <a:avLst/>
          </a:prstGeom>
        </p:spPr>
      </p:pic>
    </p:spTree>
    <p:extLst>
      <p:ext uri="{BB962C8B-B14F-4D97-AF65-F5344CB8AC3E}">
        <p14:creationId xmlns:p14="http://schemas.microsoft.com/office/powerpoint/2010/main" val="229871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F093942-9B92-5C88-82FF-AC459369C863}"/>
              </a:ext>
            </a:extLst>
          </p:cNvPr>
          <p:cNvSpPr>
            <a:spLocks noGrp="1"/>
          </p:cNvSpPr>
          <p:nvPr>
            <p:ph type="title"/>
          </p:nvPr>
        </p:nvSpPr>
        <p:spPr/>
        <p:txBody>
          <a:bodyPr/>
          <a:lstStyle/>
          <a:p>
            <a:r>
              <a:rPr lang="nb-NO" dirty="0"/>
              <a:t>Treningsøkt</a:t>
            </a:r>
          </a:p>
        </p:txBody>
      </p:sp>
      <p:pic>
        <p:nvPicPr>
          <p:cNvPr id="7" name="Plassholder for innhold 6">
            <a:extLst>
              <a:ext uri="{FF2B5EF4-FFF2-40B4-BE49-F238E27FC236}">
                <a16:creationId xmlns:a16="http://schemas.microsoft.com/office/drawing/2014/main" id="{F5DCFB2D-A4A0-ACA0-9F81-0B527CB377D2}"/>
              </a:ext>
            </a:extLst>
          </p:cNvPr>
          <p:cNvPicPr>
            <a:picLocks noGrp="1" noChangeAspect="1"/>
          </p:cNvPicPr>
          <p:nvPr>
            <p:ph sz="half" idx="1"/>
          </p:nvPr>
        </p:nvPicPr>
        <p:blipFill>
          <a:blip r:embed="rId2"/>
          <a:srcRect l="21859" t="24512" r="31954" b="13401"/>
          <a:stretch>
            <a:fillRect/>
          </a:stretch>
        </p:blipFill>
        <p:spPr>
          <a:xfrm>
            <a:off x="5207000" y="292660"/>
            <a:ext cx="6856258" cy="5993839"/>
          </a:xfrm>
          <a:prstGeom prst="rect">
            <a:avLst/>
          </a:prstGeom>
        </p:spPr>
      </p:pic>
      <p:sp>
        <p:nvSpPr>
          <p:cNvPr id="9" name="Plassholder for innhold 8">
            <a:extLst>
              <a:ext uri="{FF2B5EF4-FFF2-40B4-BE49-F238E27FC236}">
                <a16:creationId xmlns:a16="http://schemas.microsoft.com/office/drawing/2014/main" id="{041223C7-D69B-380B-C4FA-4631763F2921}"/>
              </a:ext>
            </a:extLst>
          </p:cNvPr>
          <p:cNvSpPr>
            <a:spLocks noGrp="1"/>
          </p:cNvSpPr>
          <p:nvPr>
            <p:ph sz="half" idx="2"/>
          </p:nvPr>
        </p:nvSpPr>
        <p:spPr>
          <a:xfrm>
            <a:off x="1723505" y="1690688"/>
            <a:ext cx="4372495" cy="4351338"/>
          </a:xfrm>
        </p:spPr>
        <p:txBody>
          <a:bodyPr/>
          <a:lstStyle/>
          <a:p>
            <a:r>
              <a:rPr lang="nb-NO" sz="2000" dirty="0"/>
              <a:t>Reps/</a:t>
            </a:r>
            <a:r>
              <a:rPr lang="nb-NO" sz="2000" dirty="0" err="1"/>
              <a:t>sets</a:t>
            </a:r>
            <a:r>
              <a:rPr lang="nb-NO" sz="2000" dirty="0"/>
              <a:t> endres hver 4.uke</a:t>
            </a:r>
          </a:p>
        </p:txBody>
      </p:sp>
    </p:spTree>
    <p:extLst>
      <p:ext uri="{BB962C8B-B14F-4D97-AF65-F5344CB8AC3E}">
        <p14:creationId xmlns:p14="http://schemas.microsoft.com/office/powerpoint/2010/main" val="893374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lassholder for innhold 6" descr="Et bilde som inneholder tekst, skjermbilde, Font, diagram&#10;&#10;Automatisk generert beskrivelse">
            <a:extLst>
              <a:ext uri="{FF2B5EF4-FFF2-40B4-BE49-F238E27FC236}">
                <a16:creationId xmlns:a16="http://schemas.microsoft.com/office/drawing/2014/main" id="{DBBEB240-9649-F12B-4601-A4E2DEAFB22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30200" y="640730"/>
            <a:ext cx="11052924" cy="6217270"/>
          </a:xfrm>
        </p:spPr>
      </p:pic>
      <p:sp>
        <p:nvSpPr>
          <p:cNvPr id="2" name="Tittel 1">
            <a:extLst>
              <a:ext uri="{FF2B5EF4-FFF2-40B4-BE49-F238E27FC236}">
                <a16:creationId xmlns:a16="http://schemas.microsoft.com/office/drawing/2014/main" id="{10C0C2DB-35C2-6504-477E-356C71A8E927}"/>
              </a:ext>
            </a:extLst>
          </p:cNvPr>
          <p:cNvSpPr>
            <a:spLocks noGrp="1"/>
          </p:cNvSpPr>
          <p:nvPr>
            <p:ph type="title"/>
          </p:nvPr>
        </p:nvSpPr>
        <p:spPr/>
        <p:txBody>
          <a:bodyPr/>
          <a:lstStyle/>
          <a:p>
            <a:r>
              <a:rPr lang="nb-NO" dirty="0"/>
              <a:t>Tidslinje</a:t>
            </a:r>
          </a:p>
        </p:txBody>
      </p:sp>
    </p:spTree>
    <p:extLst>
      <p:ext uri="{BB962C8B-B14F-4D97-AF65-F5344CB8AC3E}">
        <p14:creationId xmlns:p14="http://schemas.microsoft.com/office/powerpoint/2010/main" val="3815235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A50A07A-4F9E-BF66-759E-E7843196BED7}"/>
              </a:ext>
            </a:extLst>
          </p:cNvPr>
          <p:cNvSpPr>
            <a:spLocks noGrp="1"/>
          </p:cNvSpPr>
          <p:nvPr>
            <p:ph type="title"/>
          </p:nvPr>
        </p:nvSpPr>
        <p:spPr>
          <a:xfrm>
            <a:off x="1432718" y="254643"/>
            <a:ext cx="9326563" cy="1325563"/>
          </a:xfrm>
        </p:spPr>
        <p:txBody>
          <a:bodyPr/>
          <a:lstStyle/>
          <a:p>
            <a:r>
              <a:rPr lang="nb-NO" dirty="0"/>
              <a:t>Min problemstilling </a:t>
            </a:r>
          </a:p>
        </p:txBody>
      </p:sp>
      <p:sp>
        <p:nvSpPr>
          <p:cNvPr id="3" name="Plassholder for innhold 2">
            <a:extLst>
              <a:ext uri="{FF2B5EF4-FFF2-40B4-BE49-F238E27FC236}">
                <a16:creationId xmlns:a16="http://schemas.microsoft.com/office/drawing/2014/main" id="{77835535-0B78-A1C4-B7A3-1B44734CF547}"/>
              </a:ext>
            </a:extLst>
          </p:cNvPr>
          <p:cNvSpPr>
            <a:spLocks noGrp="1"/>
          </p:cNvSpPr>
          <p:nvPr>
            <p:ph idx="1"/>
          </p:nvPr>
        </p:nvSpPr>
        <p:spPr>
          <a:xfrm>
            <a:off x="1432718" y="1580206"/>
            <a:ext cx="10057598" cy="4351338"/>
          </a:xfrm>
        </p:spPr>
        <p:txBody>
          <a:bodyPr/>
          <a:lstStyle/>
          <a:p>
            <a:r>
              <a:rPr lang="en-US" sz="1800" dirty="0"/>
              <a:t>Har 12 </a:t>
            </a:r>
            <a:r>
              <a:rPr lang="en-US" sz="1800" dirty="0" err="1"/>
              <a:t>ukers</a:t>
            </a:r>
            <a:r>
              <a:rPr lang="en-US" sz="1800" dirty="0"/>
              <a:t> digital </a:t>
            </a:r>
            <a:r>
              <a:rPr lang="en-US" sz="1800" dirty="0" err="1"/>
              <a:t>hjemmebasert</a:t>
            </a:r>
            <a:r>
              <a:rPr lang="en-US" sz="1800" dirty="0"/>
              <a:t> </a:t>
            </a:r>
            <a:r>
              <a:rPr lang="en-US" sz="1800" dirty="0" err="1"/>
              <a:t>styrketrening</a:t>
            </a:r>
            <a:r>
              <a:rPr lang="en-US" sz="1800" dirty="0"/>
              <a:t> </a:t>
            </a:r>
            <a:r>
              <a:rPr lang="en-US" sz="1800" dirty="0" err="1"/>
              <a:t>tilsvarende</a:t>
            </a:r>
            <a:r>
              <a:rPr lang="en-US" sz="1800" dirty="0"/>
              <a:t> </a:t>
            </a:r>
            <a:r>
              <a:rPr lang="en-US" sz="1800" dirty="0" err="1"/>
              <a:t>effekt</a:t>
            </a:r>
            <a:r>
              <a:rPr lang="en-US" sz="1800" dirty="0"/>
              <a:t> </a:t>
            </a:r>
            <a:r>
              <a:rPr lang="en-US" sz="1800" dirty="0" err="1"/>
              <a:t>på</a:t>
            </a:r>
            <a:r>
              <a:rPr lang="en-US" sz="1800" dirty="0"/>
              <a:t> fatigue hos </a:t>
            </a:r>
            <a:r>
              <a:rPr lang="en-US" sz="1800" dirty="0" err="1"/>
              <a:t>kreftoverlevere</a:t>
            </a:r>
            <a:r>
              <a:rPr lang="en-US" sz="1800" dirty="0"/>
              <a:t>, </a:t>
            </a:r>
            <a:r>
              <a:rPr lang="en-US" sz="1800" dirty="0" err="1"/>
              <a:t>sammenlignet</a:t>
            </a:r>
            <a:r>
              <a:rPr lang="en-US" sz="1800" dirty="0"/>
              <a:t> med </a:t>
            </a:r>
            <a:r>
              <a:rPr lang="en-US" sz="1800" dirty="0" err="1"/>
              <a:t>grupebasert</a:t>
            </a:r>
            <a:r>
              <a:rPr lang="en-US" sz="1800" dirty="0"/>
              <a:t> </a:t>
            </a:r>
            <a:r>
              <a:rPr lang="en-US" sz="1800" dirty="0" err="1"/>
              <a:t>veiledet</a:t>
            </a:r>
            <a:r>
              <a:rPr lang="en-US" sz="1800" dirty="0"/>
              <a:t> </a:t>
            </a:r>
            <a:r>
              <a:rPr lang="en-US" sz="1800" dirty="0" err="1"/>
              <a:t>styrketrening</a:t>
            </a:r>
            <a:r>
              <a:rPr lang="en-US" sz="1800" dirty="0"/>
              <a:t> med </a:t>
            </a:r>
            <a:r>
              <a:rPr lang="en-US" sz="1800" dirty="0" err="1"/>
              <a:t>fysisk</a:t>
            </a:r>
            <a:r>
              <a:rPr lang="en-US" sz="1800" dirty="0"/>
              <a:t> </a:t>
            </a:r>
            <a:r>
              <a:rPr lang="en-US" sz="1800" dirty="0" err="1"/>
              <a:t>oppmøte</a:t>
            </a:r>
            <a:r>
              <a:rPr lang="en-US" sz="1800" dirty="0"/>
              <a:t>?</a:t>
            </a:r>
            <a:r>
              <a:rPr lang="nb-NO" sz="1800" dirty="0"/>
              <a:t> </a:t>
            </a:r>
          </a:p>
          <a:p>
            <a:pPr lvl="1"/>
            <a:r>
              <a:rPr lang="nb-NO" sz="1800" dirty="0">
                <a:ea typeface="Calibri" panose="020F0502020204030204" pitchFamily="34" charset="0"/>
              </a:rPr>
              <a:t>Utholdende styrke?</a:t>
            </a:r>
          </a:p>
          <a:p>
            <a:pPr lvl="1"/>
            <a:r>
              <a:rPr lang="nb-NO" sz="1800" dirty="0">
                <a:ea typeface="Calibri" panose="020F0502020204030204" pitchFamily="34" charset="0"/>
              </a:rPr>
              <a:t>Blodprøve: cytokiner?</a:t>
            </a:r>
          </a:p>
          <a:p>
            <a:endParaRPr lang="nb-NO" sz="1800" dirty="0">
              <a:effectLst/>
              <a:ea typeface="Calibri" panose="020F0502020204030204" pitchFamily="34" charset="0"/>
            </a:endParaRPr>
          </a:p>
        </p:txBody>
      </p:sp>
    </p:spTree>
    <p:extLst>
      <p:ext uri="{BB962C8B-B14F-4D97-AF65-F5344CB8AC3E}">
        <p14:creationId xmlns:p14="http://schemas.microsoft.com/office/powerpoint/2010/main" val="3048270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2654558"/>
      </p:ext>
    </p:extLst>
  </p:cSld>
  <p:clrMapOvr>
    <a:masterClrMapping/>
  </p:clrMapOvr>
</p:sld>
</file>

<file path=ppt/theme/theme1.xml><?xml version="1.0" encoding="utf-8"?>
<a:theme xmlns:a="http://schemas.openxmlformats.org/drawingml/2006/main" name="Office-tema">
  <a:themeElements>
    <a:clrScheme name="INN">
      <a:dk1>
        <a:srgbClr val="000000"/>
      </a:dk1>
      <a:lt1>
        <a:sysClr val="window" lastClr="FFFFFF"/>
      </a:lt1>
      <a:dk2>
        <a:srgbClr val="004002"/>
      </a:dk2>
      <a:lt2>
        <a:srgbClr val="F3F3EA"/>
      </a:lt2>
      <a:accent1>
        <a:srgbClr val="105422"/>
      </a:accent1>
      <a:accent2>
        <a:srgbClr val="067A2C"/>
      </a:accent2>
      <a:accent3>
        <a:srgbClr val="97967F"/>
      </a:accent3>
      <a:accent4>
        <a:srgbClr val="434F40"/>
      </a:accent4>
      <a:accent5>
        <a:srgbClr val="489EC6"/>
      </a:accent5>
      <a:accent6>
        <a:srgbClr val="00648C"/>
      </a:accent6>
      <a:hlink>
        <a:srgbClr val="00648C"/>
      </a:hlink>
      <a:folHlink>
        <a:srgbClr val="489EC6"/>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NN-PPT-mal.potx" id="{F2D95C74-9B0C-457F-B85D-627CC3E999EC}" vid="{09590835-6B84-4E50-985E-578AD4F4A0A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inn-ppt-mal</Template>
  <TotalTime>5835</TotalTime>
  <Words>848</Words>
  <Application>Microsoft Macintosh PowerPoint</Application>
  <PresentationFormat>Widescreen</PresentationFormat>
  <Paragraphs>138</Paragraphs>
  <Slides>12</Slides>
  <Notes>9</Notes>
  <HiddenSlides>0</HiddenSlides>
  <MMClips>0</MMClips>
  <ScaleCrop>false</ScaleCrop>
  <HeadingPairs>
    <vt:vector size="6" baseType="variant">
      <vt:variant>
        <vt:lpstr>Brukte skrifter</vt:lpstr>
      </vt:variant>
      <vt:variant>
        <vt:i4>6</vt:i4>
      </vt:variant>
      <vt:variant>
        <vt:lpstr>Tema</vt:lpstr>
      </vt:variant>
      <vt:variant>
        <vt:i4>1</vt:i4>
      </vt:variant>
      <vt:variant>
        <vt:lpstr>Lysbildetitler</vt:lpstr>
      </vt:variant>
      <vt:variant>
        <vt:i4>12</vt:i4>
      </vt:variant>
    </vt:vector>
  </HeadingPairs>
  <TitlesOfParts>
    <vt:vector size="19" baseType="lpstr">
      <vt:lpstr>Aptos</vt:lpstr>
      <vt:lpstr>Aptos Light</vt:lpstr>
      <vt:lpstr>Aptos SemiBold</vt:lpstr>
      <vt:lpstr>Arial</vt:lpstr>
      <vt:lpstr>Calibri</vt:lpstr>
      <vt:lpstr>Times New Roman</vt:lpstr>
      <vt:lpstr>Office-tema</vt:lpstr>
      <vt:lpstr> REACT 12 ukers randomisert kontrollert studie (RCT)</vt:lpstr>
      <vt:lpstr>Hypoteser, mål og hensikter</vt:lpstr>
      <vt:lpstr>Studiedesign og oversikt</vt:lpstr>
      <vt:lpstr>Inklusjons- og eksklusjonskriterier</vt:lpstr>
      <vt:lpstr>Studiedesign og studieoversikt</vt:lpstr>
      <vt:lpstr>Funksjonell Helse </vt:lpstr>
      <vt:lpstr>Mental helse</vt:lpstr>
      <vt:lpstr>Metabolske markører</vt:lpstr>
      <vt:lpstr>Treningsøkt</vt:lpstr>
      <vt:lpstr>Tidslinje</vt:lpstr>
      <vt:lpstr>Min problemstilling </vt:lpstr>
      <vt:lpstr>PowerPoint-presentasjon</vt:lpstr>
    </vt:vector>
  </TitlesOfParts>
  <Company>HINN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Solheim</dc:creator>
  <cp:lastModifiedBy>Lone Cirotzki</cp:lastModifiedBy>
  <cp:revision>10</cp:revision>
  <dcterms:created xsi:type="dcterms:W3CDTF">2025-01-13T07:01:21Z</dcterms:created>
  <dcterms:modified xsi:type="dcterms:W3CDTF">2025-10-20T08:50:48Z</dcterms:modified>
</cp:coreProperties>
</file>